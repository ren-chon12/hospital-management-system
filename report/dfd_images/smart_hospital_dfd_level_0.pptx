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32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17871-D955-DD7E-1F95-3B6ADD30C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435697-7C11-CAD6-1087-6D31C6172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898CBD-27E9-7933-0E84-1C1BA866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1A6A7-A9D3-433D-5540-B101126D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A1264-DECB-3A42-8D51-C7DF2825C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03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9D4D6-4621-530C-5411-938C33E38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9C2C8-14DE-4541-C5FB-46B50823B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5BD2C-D09D-E799-F8C8-DEA70EEE4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A1EE6-8F5D-17C6-50F4-3E2704C3E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61FD4-A65E-2141-FCEB-1C789C4A9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91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C8D70-C5F5-2FAD-4ED8-B468F19E5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43A6E-BBD9-BEAD-5914-CD462388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02144-2D64-AB59-8F4C-57308C9F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4A78-50A3-07F4-B837-592D242B7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CB822-8905-3B67-0D93-09EBD87D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785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13B3B-082D-73F7-3F06-387EB16E3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67843-6250-9D6F-2669-65082B6D0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1446A3-2CA3-7CE9-9ACE-BE2325248D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49B4B-A538-8BE1-7864-E46842110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C0D227-9D10-E315-E3A0-3346BE28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30713-0D4E-4881-EB3C-2D128CB3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330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402ED-BCDF-171C-ED68-7F21D0D3A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6EAF2-171D-F75B-DE80-63FB08AF6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BF595-4FD2-37A4-3A53-8BED9E598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31DDC8-2E03-BB09-55A6-41317AC1BC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67BE13-F579-7082-0E8A-27291D6861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545F4-2AEE-EA1C-B719-F7DCBF8E5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982F09-6AEA-0887-D3C9-2BA2C614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5B5E33-2D18-22E3-5B2B-065F9F6E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659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D7E58-53D4-E9D8-EFFE-04A8C65B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17A4C-A39C-F674-0726-AF935C15A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754AC4-D108-9430-B500-25F1AEFFE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7ADA02-81AB-59DB-7ECB-3908B568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366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BAB957-E56F-D70F-C143-E52BB1A5C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254B2A-197A-FD87-2D1B-92CA5CA62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D9EBAF-F233-AB7F-65F8-18BC7936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88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64FC8-52F2-3CEE-C0A4-A8595255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3BC5E-77AC-7416-AA3B-92D1CF8BB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BCBDDE-F172-E753-78B3-36748BF222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650FF-4F9C-3206-A606-9CF577D7F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C4E63-9401-75B3-7502-CEF3D5815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8D5410-8F5B-F8D7-C113-8F27BF120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87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02CD-F139-7D1B-F054-0FDEAE91C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1BA49-E0D5-0A76-B503-5221D147BA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0E096-A5C8-AB75-6EDE-8A2DBC04EC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2168D-80F1-3F8C-5986-827530931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B2F8-89F3-D145-44DA-E19471B3D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8AB6D-62B0-13C9-5373-1C52B5AEE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303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AC19-0590-FF65-89AD-55B6AE114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9B1D3-97FE-03CD-2E13-C105167E2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D6A57-DCCC-081F-1E85-611C32FEE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5BAD4-AABA-BE30-5C02-18564FEC2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7E04-0F71-0B9F-5664-30AF039B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801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6AA38E-2DE7-0BCC-7D98-1960B14BFD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327B8-56ED-4D14-FEF0-5FDBF0EE0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3FC30-DE50-547A-F37F-C742CA08D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45940-61D7-1F31-F2B2-CDC433EC5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A1451-4872-8894-9687-6D46211B7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53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AB1D9B-217A-3FBF-D447-AF1DDF49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FA98-6922-EA8F-3789-23AF44899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9B843-0D7D-423C-39A6-D2A9D877DC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46D84-4E5E-4F98-8AEC-5CC93D30258D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14FCC3-0FC3-371E-8667-98B96BCD97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AB4BF6-394E-F00A-23EC-8E62E8842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3B8821-E364-438E-91A9-4112536985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574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25E2C9-F636-6567-8ECA-8E49A7A531EC}"/>
              </a:ext>
            </a:extLst>
          </p:cNvPr>
          <p:cNvSpPr txBox="1"/>
          <p:nvPr/>
        </p:nvSpPr>
        <p:spPr>
          <a:xfrm>
            <a:off x="889000" y="508000"/>
            <a:ext cx="144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200" b="1">
                <a:solidFill>
                  <a:srgbClr val="000000"/>
                </a:solidFill>
                <a:latin typeface="Times New Roman" panose="02020603050405020304" pitchFamily="18" charset="0"/>
              </a:rPr>
              <a:t>LEVEL 0 DFD : SMART HOSPITAL MANAGEMENT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1645DB-0AB9-3D80-993B-AFEBA3E6BA91}"/>
              </a:ext>
            </a:extLst>
          </p:cNvPr>
          <p:cNvSpPr txBox="1"/>
          <p:nvPr/>
        </p:nvSpPr>
        <p:spPr>
          <a:xfrm>
            <a:off x="2032000" y="1206500"/>
            <a:ext cx="1219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t>The names of data stores, sources, and destinations are written in capital letters.</a:t>
            </a:r>
            <a:endParaRPr lang="en-IN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4186B9-6F16-FDA4-4BAA-ED579143D977}"/>
              </a:ext>
            </a:extLst>
          </p:cNvPr>
          <p:cNvSpPr txBox="1"/>
          <p:nvPr/>
        </p:nvSpPr>
        <p:spPr>
          <a:xfrm>
            <a:off x="889000" y="1841500"/>
            <a:ext cx="635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>
                <a:solidFill>
                  <a:srgbClr val="000000"/>
                </a:solidFill>
                <a:latin typeface="Times New Roman" panose="02020603050405020304" pitchFamily="18" charset="0"/>
              </a:rPr>
              <a:t>Rules for constructing a Data Flow Diagram:</a:t>
            </a:r>
            <a:endParaRPr lang="en-IN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982A70-D928-32BB-0165-AC90EAFC3105}"/>
              </a:ext>
            </a:extLst>
          </p:cNvPr>
          <p:cNvSpPr txBox="1"/>
          <p:nvPr/>
        </p:nvSpPr>
        <p:spPr>
          <a:xfrm>
            <a:off x="1651000" y="2349500"/>
            <a:ext cx="10795000" cy="10772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Arrows should not cross each other.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Squares, Circles, and Files must bear a name.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Decomposed data flow squares and circles can have the same names.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Draw all data flow around the outside of the diagram.</a:t>
            </a:r>
            <a:endParaRPr lang="en-IN" sz="16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176ADD-DDAA-4161-D831-90068063A576}"/>
              </a:ext>
            </a:extLst>
          </p:cNvPr>
          <p:cNvSpPr/>
          <p:nvPr/>
        </p:nvSpPr>
        <p:spPr>
          <a:xfrm>
            <a:off x="889000" y="4953000"/>
            <a:ext cx="2159000" cy="88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PATIENT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EC302B-74E0-8F64-B8F1-496315B14A69}"/>
              </a:ext>
            </a:extLst>
          </p:cNvPr>
          <p:cNvSpPr/>
          <p:nvPr/>
        </p:nvSpPr>
        <p:spPr>
          <a:xfrm>
            <a:off x="889000" y="7175500"/>
            <a:ext cx="2159000" cy="88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DOCTOR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C81959-282D-796D-74CB-585ED11243D7}"/>
              </a:ext>
            </a:extLst>
          </p:cNvPr>
          <p:cNvSpPr/>
          <p:nvPr/>
        </p:nvSpPr>
        <p:spPr>
          <a:xfrm>
            <a:off x="13208000" y="6032500"/>
            <a:ext cx="2159000" cy="889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ADMIN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08AD97-FFE4-E867-2E4F-C314CBF7DF00}"/>
              </a:ext>
            </a:extLst>
          </p:cNvPr>
          <p:cNvSpPr/>
          <p:nvPr/>
        </p:nvSpPr>
        <p:spPr>
          <a:xfrm>
            <a:off x="5715000" y="5461000"/>
            <a:ext cx="4191000" cy="19050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SMART HOSPITAL</a:t>
            </a:r>
          </a:p>
          <a:p>
            <a:pPr algn="ctr"/>
            <a:r>
              <a:rPr lang="en-IN" b="1">
                <a:solidFill>
                  <a:srgbClr val="000000"/>
                </a:solidFill>
                <a:latin typeface="Times New Roman" panose="02020603050405020304" pitchFamily="18" charset="0"/>
              </a:rPr>
              <a:t>MANAGEMENT SYSTEM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F34EDE6-5E0E-F58D-DAD4-4076155C3597}"/>
              </a:ext>
            </a:extLst>
          </p:cNvPr>
          <p:cNvCxnSpPr/>
          <p:nvPr/>
        </p:nvCxnSpPr>
        <p:spPr>
          <a:xfrm>
            <a:off x="3048000" y="5397500"/>
            <a:ext cx="2667000" cy="571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259C922-3FE2-F28E-25CC-AC911160BBBB}"/>
              </a:ext>
            </a:extLst>
          </p:cNvPr>
          <p:cNvSpPr txBox="1"/>
          <p:nvPr/>
        </p:nvSpPr>
        <p:spPr>
          <a:xfrm>
            <a:off x="3111500" y="4572000"/>
            <a:ext cx="266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REGISTRATION, LOGIN,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REQUEST, ORDER DETAILS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97E30-1DAF-9CBF-17E7-2C010C32D8F1}"/>
              </a:ext>
            </a:extLst>
          </p:cNvPr>
          <p:cNvCxnSpPr/>
          <p:nvPr/>
        </p:nvCxnSpPr>
        <p:spPr>
          <a:xfrm flipH="1" flipV="1">
            <a:off x="3048000" y="5778500"/>
            <a:ext cx="2667000" cy="825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B2EF283-F856-183D-E790-2A926582B8C6}"/>
              </a:ext>
            </a:extLst>
          </p:cNvPr>
          <p:cNvSpPr txBox="1"/>
          <p:nvPr/>
        </p:nvSpPr>
        <p:spPr>
          <a:xfrm>
            <a:off x="3111500" y="6350000"/>
            <a:ext cx="2730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STATUS,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ORDER CONFIRMATION, NOTIFICATIONS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596AC4-614F-20B8-BA14-43A1E9C50254}"/>
              </a:ext>
            </a:extLst>
          </p:cNvPr>
          <p:cNvCxnSpPr/>
          <p:nvPr/>
        </p:nvCxnSpPr>
        <p:spPr>
          <a:xfrm flipV="1">
            <a:off x="3048000" y="6921500"/>
            <a:ext cx="2667000" cy="698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24FA243-66FD-B810-78E4-71F122A366D9}"/>
              </a:ext>
            </a:extLst>
          </p:cNvPr>
          <p:cNvSpPr txBox="1"/>
          <p:nvPr/>
        </p:nvSpPr>
        <p:spPr>
          <a:xfrm>
            <a:off x="3111500" y="7747000"/>
            <a:ext cx="279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PRESCRIPTION DETAILS,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UPDATE, CHAT MESSAGE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80A00D-401C-6D6E-889A-DEC921F0B809}"/>
              </a:ext>
            </a:extLst>
          </p:cNvPr>
          <p:cNvCxnSpPr/>
          <p:nvPr/>
        </p:nvCxnSpPr>
        <p:spPr>
          <a:xfrm flipH="1">
            <a:off x="3048000" y="6286500"/>
            <a:ext cx="2667000" cy="10160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96DFE8E-A87D-6BE8-7B6A-D1CC7EB1F37F}"/>
              </a:ext>
            </a:extLst>
          </p:cNvPr>
          <p:cNvSpPr txBox="1"/>
          <p:nvPr/>
        </p:nvSpPr>
        <p:spPr>
          <a:xfrm>
            <a:off x="3238500" y="6921500"/>
            <a:ext cx="26035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PATIENT DETAILS,</a:t>
            </a:r>
          </a:p>
          <a:p>
            <a:pPr algn="ctr"/>
            <a:r>
              <a:rPr lang="en-IN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LIST, NOTIFICATIONS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7A7F6C3-AEF6-B430-C1B9-3DE8297E766F}"/>
              </a:ext>
            </a:extLst>
          </p:cNvPr>
          <p:cNvCxnSpPr/>
          <p:nvPr/>
        </p:nvCxnSpPr>
        <p:spPr>
          <a:xfrm>
            <a:off x="9906000" y="6223000"/>
            <a:ext cx="3302000" cy="1270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0F3558C-7A6E-3F14-DED0-0AD87E45AF75}"/>
              </a:ext>
            </a:extLst>
          </p:cNvPr>
          <p:cNvSpPr txBox="1"/>
          <p:nvPr/>
        </p:nvSpPr>
        <p:spPr>
          <a:xfrm>
            <a:off x="10223500" y="5461000"/>
            <a:ext cx="2794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PATIENT RECORDS, USER DATA,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APPOINTMENT DATA, ORDER STATUS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252324-3896-D1F9-524F-19C381805881}"/>
              </a:ext>
            </a:extLst>
          </p:cNvPr>
          <p:cNvCxnSpPr/>
          <p:nvPr/>
        </p:nvCxnSpPr>
        <p:spPr>
          <a:xfrm flipH="1">
            <a:off x="9906000" y="6731000"/>
            <a:ext cx="3302000" cy="63500"/>
          </a:xfrm>
          <a:prstGeom prst="line">
            <a:avLst/>
          </a:prstGeom>
          <a:ln w="254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C7E1C26-55A1-A8AD-5838-8C0465E85D93}"/>
              </a:ext>
            </a:extLst>
          </p:cNvPr>
          <p:cNvSpPr txBox="1"/>
          <p:nvPr/>
        </p:nvSpPr>
        <p:spPr>
          <a:xfrm>
            <a:off x="10223500" y="6921500"/>
            <a:ext cx="2667000" cy="6463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DASHBOARD DETAILS,</a:t>
            </a:r>
          </a:p>
          <a:p>
            <a:pPr algn="ctr"/>
            <a:r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t>ORDER DETAILS, SYSTEM REPORTS</a:t>
            </a:r>
            <a:endParaRPr lang="en-I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702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Shreyansh Verma</dc:creator>
  <cp:lastModifiedBy>Shreyansh Verma</cp:lastModifiedBy>
  <cp:revision>1</cp:revision>
  <dcterms:created xsi:type="dcterms:W3CDTF">2026-04-21T08:48:37Z</dcterms:created>
  <dcterms:modified xsi:type="dcterms:W3CDTF">2026-04-21T08:48:37Z</dcterms:modified>
</cp:coreProperties>
</file>