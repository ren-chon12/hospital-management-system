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32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0EF7F-E5EE-251E-9611-9C43B779C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5F2563-BBE8-72AA-2C6C-D44322418F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69B7A6-17A4-298F-1DA9-779642B79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510FC-1A82-4715-BB05-D572A494E57C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2DC7B9-B122-2EBF-9368-727BF8E4F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10A564-24F9-7C78-23D6-65440F74E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F774-5691-4F69-8B8D-5381049EB5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3825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94813-0179-AE06-C7CA-87BC1DC90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F4879-6830-4BF9-B052-2C7CA126AE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20839-3BBD-1C10-5B33-973B3A3D3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510FC-1A82-4715-BB05-D572A494E57C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BF7211-A097-5A6D-F0A5-094281633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5364F4-15CC-8A89-F55C-A83B7922C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F774-5691-4F69-8B8D-5381049EB5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6909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BE844-9960-72D9-0BB1-5C515F30E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133" y="2279653"/>
            <a:ext cx="14020800" cy="38036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F326F6-6F12-6788-A8FF-1633098F93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9133" y="6119286"/>
            <a:ext cx="14020800" cy="20002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30E1C4-34C1-B4F6-0BB8-2577023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510FC-1A82-4715-BB05-D572A494E57C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403DB-2538-BA1F-48AB-07B09F6D7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6D38B-AD11-5528-420E-540133BA1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F774-5691-4F69-8B8D-5381049EB5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277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3DE88-2285-266C-1B23-3B72CF92C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3F0B1-D6A4-8F91-43E2-676FE44AAB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32DF29-B369-7549-E751-EE7907D560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AE1EF1-B1AE-621A-EDC2-3BD705B18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510FC-1A82-4715-BB05-D572A494E57C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9DA8C8-99CC-DFA4-18E7-CBB64752E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107139-8EEA-0786-93CA-2DE1E3E0C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F774-5691-4F69-8B8D-5381049EB5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1009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433DF-449F-3D84-D88E-43FB1E8CE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7" y="486836"/>
            <a:ext cx="1402080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1C1BFD-F72F-8A65-A8BD-6B773CF3CE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9719" y="2241551"/>
            <a:ext cx="6877049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DF09FD-2F86-5257-7CF7-A2B516C062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9719" y="3340100"/>
            <a:ext cx="6877049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3ED15F-5AE8-F7C0-3191-78B283B475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229601" y="2241551"/>
            <a:ext cx="6910917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A6C237-96BA-BB77-A75B-9A5D62396B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229601" y="3340100"/>
            <a:ext cx="691091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E53D3B-C283-BE18-2DB2-2E020E36F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510FC-1A82-4715-BB05-D572A494E57C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6923AD-9811-5FAA-0C3C-C91087474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30B87D-4412-3159-BD55-5570D6648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F774-5691-4F69-8B8D-5381049EB5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4242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01570-604F-F233-2283-C0B9B8A97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EFCC4E-7C32-0F50-1EDE-0085D4A9B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510FC-1A82-4715-BB05-D572A494E57C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CF5528-24EF-18EE-0FB7-5F035195A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0C3A07-25B3-220F-FE6D-6D3B2BCE0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F774-5691-4F69-8B8D-5381049EB5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3194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CD0122-0EE4-AE29-FEAC-A2F78AC6E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510FC-1A82-4715-BB05-D572A494E57C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B8D82F-6A2A-3234-7B0B-B5873C424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C89E05-4BA3-9212-CCA4-C51734FA7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F774-5691-4F69-8B8D-5381049EB5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4971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CF735-B5E7-8B6E-197F-B7734B213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EA1A5-DD10-1396-9160-2AA6DADBBE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31BFA8-E770-B277-07A2-CE8A17DFBA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87245E-DC8F-AEA8-6BC6-BF51AB7D0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510FC-1A82-4715-BB05-D572A494E57C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D22081-72F9-5192-2B5D-3E6A952AB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D6D462-15CF-2358-FBDC-6CE0B3A95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F774-5691-4F69-8B8D-5381049EB5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1536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91B3E-2D8D-33FA-6F49-C35884A38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C0E23E-9CE4-A7FB-A547-6ED113A9C6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99A440-58EC-A6A3-A350-3179403721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B426F3-8AB0-2710-0323-BD24120F1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510FC-1A82-4715-BB05-D572A494E57C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4DFE98-CD98-52ED-58BB-DB4099DAA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33D7AD-BB1F-C9F0-4B08-EC2DDE3AB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F774-5691-4F69-8B8D-5381049EB5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5662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14DE5-AD7C-44AA-19AF-DA8F59147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3FCF16-CDCF-C589-175C-0AAF06CC1B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87DB6D-197A-A8FA-E461-D75098BB5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510FC-1A82-4715-BB05-D572A494E57C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327F53-B05A-3F6C-C405-B6CCF5DB4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59E08-D5BC-BC58-D221-A6B910E2B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F774-5691-4F69-8B8D-5381049EB5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3707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CA4FCD-3782-C86A-9D61-7BFA9013EA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D2A9A8-601B-01E9-1012-BA0E69D4BA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29E0D5-E3BD-5ECA-F7AC-1C55FE60D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510FC-1A82-4715-BB05-D572A494E57C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0CFE3E-A252-71D8-1DCD-F89995A6F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6C8EB1-8717-04BF-8F8C-552381EF2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F774-5691-4F69-8B8D-5381049EB5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172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B74BC1-39AA-FC71-C505-2269B40DD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86836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2ADB3E-8E2F-AB83-F83D-E713EAC263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A5F78-62F8-A07E-F719-6D5A079EE1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6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B510FC-1A82-4715-BB05-D572A494E57C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5503B1-AC03-0D0B-10D1-E018873341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84800" y="8475136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52DDD-E6E3-9980-591E-9C40CF2CD1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08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4DF774-5691-4F69-8B8D-5381049EB5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706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661952-BFF7-50A2-3E23-9C91DDC712ED}"/>
              </a:ext>
            </a:extLst>
          </p:cNvPr>
          <p:cNvSpPr txBox="1"/>
          <p:nvPr/>
        </p:nvSpPr>
        <p:spPr>
          <a:xfrm>
            <a:off x="635000" y="317500"/>
            <a:ext cx="546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b="1">
                <a:solidFill>
                  <a:srgbClr val="000000"/>
                </a:solidFill>
                <a:latin typeface="Times New Roman" panose="02020603050405020304" pitchFamily="18" charset="0"/>
              </a:rPr>
              <a:t>LEVEL 1 DFD (PATIENT)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EF3131-7EE2-1931-A6F9-9497A8BDC081}"/>
              </a:ext>
            </a:extLst>
          </p:cNvPr>
          <p:cNvSpPr txBox="1"/>
          <p:nvPr/>
        </p:nvSpPr>
        <p:spPr>
          <a:xfrm>
            <a:off x="3175000" y="1079500"/>
            <a:ext cx="9906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LEVEL 1 DFD: PATIENT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91DAC5-DBFE-95D1-F597-2C0429CDCFA2}"/>
              </a:ext>
            </a:extLst>
          </p:cNvPr>
          <p:cNvCxnSpPr/>
          <p:nvPr/>
        </p:nvCxnSpPr>
        <p:spPr>
          <a:xfrm>
            <a:off x="508000" y="1841500"/>
            <a:ext cx="152400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A8B6FBFC-90AB-EEC6-A79B-9B740F442E1A}"/>
              </a:ext>
            </a:extLst>
          </p:cNvPr>
          <p:cNvSpPr/>
          <p:nvPr/>
        </p:nvSpPr>
        <p:spPr>
          <a:xfrm>
            <a:off x="762000" y="4191000"/>
            <a:ext cx="2286000" cy="1041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700" b="1">
                <a:solidFill>
                  <a:srgbClr val="000000"/>
                </a:solidFill>
                <a:latin typeface="Times New Roman" panose="02020603050405020304" pitchFamily="18" charset="0"/>
              </a:rPr>
              <a:t>PATIENT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277E5FE-DC3C-8AB4-98FA-A1D87236CC43}"/>
              </a:ext>
            </a:extLst>
          </p:cNvPr>
          <p:cNvSpPr/>
          <p:nvPr/>
        </p:nvSpPr>
        <p:spPr>
          <a:xfrm>
            <a:off x="5715000" y="2286000"/>
            <a:ext cx="1905000" cy="10795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>
                <a:solidFill>
                  <a:srgbClr val="000000"/>
                </a:solidFill>
                <a:latin typeface="Times New Roman" panose="02020603050405020304" pitchFamily="18" charset="0"/>
              </a:rPr>
              <a:t>1.0</a:t>
            </a:r>
          </a:p>
          <a:p>
            <a:pPr algn="ctr"/>
            <a:r>
              <a:rPr lang="en-IN" sz="1600" b="1">
                <a:solidFill>
                  <a:srgbClr val="000000"/>
                </a:solidFill>
                <a:latin typeface="Times New Roman" panose="02020603050405020304" pitchFamily="18" charset="0"/>
              </a:rPr>
              <a:t>Register /`rLogin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4BFA718-F554-53DF-3999-2CDF8DC3FB03}"/>
              </a:ext>
            </a:extLst>
          </p:cNvPr>
          <p:cNvCxnSpPr/>
          <p:nvPr/>
        </p:nvCxnSpPr>
        <p:spPr>
          <a:xfrm>
            <a:off x="5867400" y="2667000"/>
            <a:ext cx="16002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00FFDA31-48C0-A92B-9069-7FD29F19908A}"/>
              </a:ext>
            </a:extLst>
          </p:cNvPr>
          <p:cNvSpPr/>
          <p:nvPr/>
        </p:nvSpPr>
        <p:spPr>
          <a:xfrm>
            <a:off x="5715000" y="3873500"/>
            <a:ext cx="1905000" cy="10795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>
                <a:solidFill>
                  <a:srgbClr val="000000"/>
                </a:solidFill>
                <a:latin typeface="Times New Roman" panose="02020603050405020304" pitchFamily="18" charset="0"/>
              </a:rPr>
              <a:t>1.1</a:t>
            </a:r>
          </a:p>
          <a:p>
            <a:pPr algn="ctr"/>
            <a:r>
              <a:rPr lang="en-IN" sz="1600" b="1">
                <a:solidFill>
                  <a:srgbClr val="000000"/>
                </a:solidFill>
                <a:latin typeface="Times New Roman" panose="02020603050405020304" pitchFamily="18" charset="0"/>
              </a:rPr>
              <a:t>Book`rAppointment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1BF7462-5339-168A-A77F-CB0395078CA9}"/>
              </a:ext>
            </a:extLst>
          </p:cNvPr>
          <p:cNvCxnSpPr/>
          <p:nvPr/>
        </p:nvCxnSpPr>
        <p:spPr>
          <a:xfrm>
            <a:off x="5867400" y="4254500"/>
            <a:ext cx="16002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F1233A2A-D055-B000-9B12-EAC4EE4FAFBF}"/>
              </a:ext>
            </a:extLst>
          </p:cNvPr>
          <p:cNvSpPr/>
          <p:nvPr/>
        </p:nvSpPr>
        <p:spPr>
          <a:xfrm>
            <a:off x="5715000" y="5461000"/>
            <a:ext cx="1905000" cy="10795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>
                <a:solidFill>
                  <a:srgbClr val="000000"/>
                </a:solidFill>
                <a:latin typeface="Times New Roman" panose="02020603050405020304" pitchFamily="18" charset="0"/>
              </a:rPr>
              <a:t>1.2</a:t>
            </a:r>
          </a:p>
          <a:p>
            <a:pPr algn="ctr"/>
            <a:r>
              <a:rPr lang="en-IN" sz="1600" b="1">
                <a:solidFill>
                  <a:srgbClr val="000000"/>
                </a:solidFill>
                <a:latin typeface="Times New Roman" panose="02020603050405020304" pitchFamily="18" charset="0"/>
              </a:rPr>
              <a:t>Upload`rReport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4C957FE-3223-261D-E99E-B59D3389715A}"/>
              </a:ext>
            </a:extLst>
          </p:cNvPr>
          <p:cNvCxnSpPr/>
          <p:nvPr/>
        </p:nvCxnSpPr>
        <p:spPr>
          <a:xfrm>
            <a:off x="5867400" y="5842000"/>
            <a:ext cx="16002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C851F61D-1BC9-4EF3-AFA6-13F5A6E85E98}"/>
              </a:ext>
            </a:extLst>
          </p:cNvPr>
          <p:cNvSpPr/>
          <p:nvPr/>
        </p:nvSpPr>
        <p:spPr>
          <a:xfrm>
            <a:off x="5715000" y="7048500"/>
            <a:ext cx="1905000" cy="10795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>
                <a:solidFill>
                  <a:srgbClr val="000000"/>
                </a:solidFill>
                <a:latin typeface="Times New Roman" panose="02020603050405020304" pitchFamily="18" charset="0"/>
              </a:rPr>
              <a:t>1.3</a:t>
            </a:r>
          </a:p>
          <a:p>
            <a:pPr algn="ctr"/>
            <a:r>
              <a:rPr lang="en-IN" sz="1600" b="1">
                <a:solidFill>
                  <a:srgbClr val="000000"/>
                </a:solidFill>
                <a:latin typeface="Times New Roman" panose="02020603050405020304" pitchFamily="18" charset="0"/>
              </a:rPr>
              <a:t>Cart and`rOrder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5EAFA55-539B-9DB9-6D6D-A94B9DE4AFCE}"/>
              </a:ext>
            </a:extLst>
          </p:cNvPr>
          <p:cNvCxnSpPr/>
          <p:nvPr/>
        </p:nvCxnSpPr>
        <p:spPr>
          <a:xfrm>
            <a:off x="5867400" y="7429500"/>
            <a:ext cx="16002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275FBC6-CBDC-A9A9-8E58-0D38465DDDC9}"/>
              </a:ext>
            </a:extLst>
          </p:cNvPr>
          <p:cNvCxnSpPr/>
          <p:nvPr/>
        </p:nvCxnSpPr>
        <p:spPr>
          <a:xfrm>
            <a:off x="11684000" y="2730500"/>
            <a:ext cx="19050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D001787-2CF3-9381-3B1F-0BFE28EE3DB7}"/>
              </a:ext>
            </a:extLst>
          </p:cNvPr>
          <p:cNvCxnSpPr/>
          <p:nvPr/>
        </p:nvCxnSpPr>
        <p:spPr>
          <a:xfrm>
            <a:off x="11684000" y="3009900"/>
            <a:ext cx="19050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AE2F040-59DD-FAE9-6C58-F1CDBFE1476A}"/>
              </a:ext>
            </a:extLst>
          </p:cNvPr>
          <p:cNvSpPr txBox="1"/>
          <p:nvPr/>
        </p:nvSpPr>
        <p:spPr>
          <a:xfrm>
            <a:off x="11684000" y="2705100"/>
            <a:ext cx="1905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500">
                <a:solidFill>
                  <a:srgbClr val="000000"/>
                </a:solidFill>
                <a:latin typeface="Times New Roman" panose="02020603050405020304" pitchFamily="18" charset="0"/>
              </a:rPr>
              <a:t>LOGIN DATA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236692A-6CBF-90AD-E038-7F1A32BFDCEA}"/>
              </a:ext>
            </a:extLst>
          </p:cNvPr>
          <p:cNvCxnSpPr/>
          <p:nvPr/>
        </p:nvCxnSpPr>
        <p:spPr>
          <a:xfrm>
            <a:off x="11430000" y="4318000"/>
            <a:ext cx="19050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2746ECF-E71C-691F-6337-1BB825B182E7}"/>
              </a:ext>
            </a:extLst>
          </p:cNvPr>
          <p:cNvCxnSpPr/>
          <p:nvPr/>
        </p:nvCxnSpPr>
        <p:spPr>
          <a:xfrm>
            <a:off x="11430000" y="4597400"/>
            <a:ext cx="19050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976B98A-A5B7-0830-3394-B16E257DBECD}"/>
              </a:ext>
            </a:extLst>
          </p:cNvPr>
          <p:cNvSpPr txBox="1"/>
          <p:nvPr/>
        </p:nvSpPr>
        <p:spPr>
          <a:xfrm>
            <a:off x="11430000" y="4292600"/>
            <a:ext cx="1905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500">
                <a:solidFill>
                  <a:srgbClr val="000000"/>
                </a:solidFill>
                <a:latin typeface="Times New Roman" panose="02020603050405020304" pitchFamily="18" charset="0"/>
              </a:rPr>
              <a:t>APPOINTMENT DATA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BF9774E-97E1-A971-8B32-DB7E2362E5E9}"/>
              </a:ext>
            </a:extLst>
          </p:cNvPr>
          <p:cNvCxnSpPr/>
          <p:nvPr/>
        </p:nvCxnSpPr>
        <p:spPr>
          <a:xfrm>
            <a:off x="11747500" y="5905500"/>
            <a:ext cx="19050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BBCED8A-EF89-3DD9-5663-FD3E5E0CCB69}"/>
              </a:ext>
            </a:extLst>
          </p:cNvPr>
          <p:cNvCxnSpPr/>
          <p:nvPr/>
        </p:nvCxnSpPr>
        <p:spPr>
          <a:xfrm>
            <a:off x="11747500" y="6184900"/>
            <a:ext cx="19050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341C761-7758-9ECC-578D-5D7FB8E3847F}"/>
              </a:ext>
            </a:extLst>
          </p:cNvPr>
          <p:cNvSpPr txBox="1"/>
          <p:nvPr/>
        </p:nvSpPr>
        <p:spPr>
          <a:xfrm>
            <a:off x="11747500" y="5880100"/>
            <a:ext cx="1905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500">
                <a:solidFill>
                  <a:srgbClr val="000000"/>
                </a:solidFill>
                <a:latin typeface="Times New Roman" panose="02020603050405020304" pitchFamily="18" charset="0"/>
              </a:rPr>
              <a:t>REPORT DATA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03BA009-5996-A34F-B244-7DE1792A4CEE}"/>
              </a:ext>
            </a:extLst>
          </p:cNvPr>
          <p:cNvCxnSpPr/>
          <p:nvPr/>
        </p:nvCxnSpPr>
        <p:spPr>
          <a:xfrm>
            <a:off x="11811000" y="7493000"/>
            <a:ext cx="19050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F81BF18-211F-8DAF-1EF9-4F609255728C}"/>
              </a:ext>
            </a:extLst>
          </p:cNvPr>
          <p:cNvCxnSpPr/>
          <p:nvPr/>
        </p:nvCxnSpPr>
        <p:spPr>
          <a:xfrm>
            <a:off x="11811000" y="7772400"/>
            <a:ext cx="19050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FC1E80AE-1AD9-B0D0-943B-451A2FD1EA43}"/>
              </a:ext>
            </a:extLst>
          </p:cNvPr>
          <p:cNvSpPr txBox="1"/>
          <p:nvPr/>
        </p:nvSpPr>
        <p:spPr>
          <a:xfrm>
            <a:off x="11811000" y="7467600"/>
            <a:ext cx="1905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500">
                <a:solidFill>
                  <a:srgbClr val="000000"/>
                </a:solidFill>
                <a:latin typeface="Times New Roman" panose="02020603050405020304" pitchFamily="18" charset="0"/>
              </a:rPr>
              <a:t>ORDER DATA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4F5B815-DEB3-8EB0-4293-C82ECB69044F}"/>
              </a:ext>
            </a:extLst>
          </p:cNvPr>
          <p:cNvCxnSpPr/>
          <p:nvPr/>
        </p:nvCxnSpPr>
        <p:spPr>
          <a:xfrm flipV="1">
            <a:off x="3048000" y="2794000"/>
            <a:ext cx="2667000" cy="1714500"/>
          </a:xfrm>
          <a:prstGeom prst="line">
            <a:avLst/>
          </a:prstGeom>
          <a:ln w="2540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9111A0D-3A16-D543-5E07-0A07FA51646D}"/>
              </a:ext>
            </a:extLst>
          </p:cNvPr>
          <p:cNvSpPr txBox="1"/>
          <p:nvPr/>
        </p:nvSpPr>
        <p:spPr>
          <a:xfrm>
            <a:off x="3238500" y="2540000"/>
            <a:ext cx="2159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t>Manage Register / Request to Login</a:t>
            </a:r>
            <a:endParaRPr lang="en-IN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BA0276C-C404-AB3A-3A93-94F3C711C7E5}"/>
              </a:ext>
            </a:extLst>
          </p:cNvPr>
          <p:cNvCxnSpPr/>
          <p:nvPr/>
        </p:nvCxnSpPr>
        <p:spPr>
          <a:xfrm flipH="1">
            <a:off x="3048000" y="3175000"/>
            <a:ext cx="2667000" cy="1676400"/>
          </a:xfrm>
          <a:prstGeom prst="line">
            <a:avLst/>
          </a:prstGeom>
          <a:ln w="2540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9CB8A39-3140-C838-3FFB-A2BFB4D0F196}"/>
              </a:ext>
            </a:extLst>
          </p:cNvPr>
          <p:cNvSpPr txBox="1"/>
          <p:nvPr/>
        </p:nvSpPr>
        <p:spPr>
          <a:xfrm>
            <a:off x="3683000" y="3619500"/>
            <a:ext cx="152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200">
                <a:solidFill>
                  <a:srgbClr val="000000"/>
                </a:solidFill>
                <a:latin typeface="Times New Roman" panose="02020603050405020304" pitchFamily="18" charset="0"/>
              </a:rPr>
              <a:t>Login Result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ED3B082-2CB7-228A-26A4-04FE898C4931}"/>
              </a:ext>
            </a:extLst>
          </p:cNvPr>
          <p:cNvCxnSpPr/>
          <p:nvPr/>
        </p:nvCxnSpPr>
        <p:spPr>
          <a:xfrm>
            <a:off x="7620000" y="2794000"/>
            <a:ext cx="4064000" cy="0"/>
          </a:xfrm>
          <a:prstGeom prst="line">
            <a:avLst/>
          </a:prstGeom>
          <a:ln w="2540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AEFA89B0-D63C-683D-1FE7-A1593B718F08}"/>
              </a:ext>
            </a:extLst>
          </p:cNvPr>
          <p:cNvSpPr txBox="1"/>
          <p:nvPr/>
        </p:nvSpPr>
        <p:spPr>
          <a:xfrm>
            <a:off x="8890000" y="2438400"/>
            <a:ext cx="1143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200">
                <a:solidFill>
                  <a:srgbClr val="000000"/>
                </a:solidFill>
                <a:latin typeface="Times New Roman" panose="02020603050405020304" pitchFamily="18" charset="0"/>
              </a:rPr>
              <a:t>Request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7FE0C68-5B4F-69F4-F7DC-52B7CBAEAFEA}"/>
              </a:ext>
            </a:extLst>
          </p:cNvPr>
          <p:cNvCxnSpPr/>
          <p:nvPr/>
        </p:nvCxnSpPr>
        <p:spPr>
          <a:xfrm flipH="1">
            <a:off x="7620000" y="3111500"/>
            <a:ext cx="4064000" cy="0"/>
          </a:xfrm>
          <a:prstGeom prst="line">
            <a:avLst/>
          </a:prstGeom>
          <a:ln w="2540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1040B0B3-3C25-D60E-CF64-682EC0F2AF03}"/>
              </a:ext>
            </a:extLst>
          </p:cNvPr>
          <p:cNvSpPr txBox="1"/>
          <p:nvPr/>
        </p:nvSpPr>
        <p:spPr>
          <a:xfrm>
            <a:off x="8890000" y="3149600"/>
            <a:ext cx="1397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200">
                <a:solidFill>
                  <a:srgbClr val="000000"/>
                </a:solidFill>
                <a:latin typeface="Times New Roman" panose="02020603050405020304" pitchFamily="18" charset="0"/>
              </a:rPr>
              <a:t>Show Requests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B75EF5E-528D-0EEC-5D7A-03D97C4B5A98}"/>
              </a:ext>
            </a:extLst>
          </p:cNvPr>
          <p:cNvCxnSpPr/>
          <p:nvPr/>
        </p:nvCxnSpPr>
        <p:spPr>
          <a:xfrm flipV="1">
            <a:off x="3048000" y="4406900"/>
            <a:ext cx="2667000" cy="165100"/>
          </a:xfrm>
          <a:prstGeom prst="line">
            <a:avLst/>
          </a:prstGeom>
          <a:ln w="2540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416D5A27-1D37-A3B7-15EA-BA6C773C5209}"/>
              </a:ext>
            </a:extLst>
          </p:cNvPr>
          <p:cNvSpPr txBox="1"/>
          <p:nvPr/>
        </p:nvSpPr>
        <p:spPr>
          <a:xfrm>
            <a:off x="3302000" y="4254500"/>
            <a:ext cx="2159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200">
                <a:solidFill>
                  <a:srgbClr val="000000"/>
                </a:solidFill>
                <a:latin typeface="Times New Roman" panose="02020603050405020304" pitchFamily="18" charset="0"/>
              </a:rPr>
              <a:t>Request to Book Appointment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BF79A3A-AAC6-C487-E7BC-9432CB64C67F}"/>
              </a:ext>
            </a:extLst>
          </p:cNvPr>
          <p:cNvCxnSpPr/>
          <p:nvPr/>
        </p:nvCxnSpPr>
        <p:spPr>
          <a:xfrm flipH="1">
            <a:off x="3048000" y="4889500"/>
            <a:ext cx="2667000" cy="88900"/>
          </a:xfrm>
          <a:prstGeom prst="line">
            <a:avLst/>
          </a:prstGeom>
          <a:ln w="2540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93BD845-91B8-80E0-CE8C-402C1F4DD826}"/>
              </a:ext>
            </a:extLst>
          </p:cNvPr>
          <p:cNvSpPr txBox="1"/>
          <p:nvPr/>
        </p:nvSpPr>
        <p:spPr>
          <a:xfrm>
            <a:off x="3238500" y="5016500"/>
            <a:ext cx="228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200">
                <a:solidFill>
                  <a:srgbClr val="000000"/>
                </a:solidFill>
                <a:latin typeface="Times New Roman" panose="02020603050405020304" pitchFamily="18" charset="0"/>
              </a:rPr>
              <a:t>Display Appointment Status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ADC4E52-E37A-DC4B-6886-C7734FF5C519}"/>
              </a:ext>
            </a:extLst>
          </p:cNvPr>
          <p:cNvCxnSpPr/>
          <p:nvPr/>
        </p:nvCxnSpPr>
        <p:spPr>
          <a:xfrm>
            <a:off x="7620000" y="4406900"/>
            <a:ext cx="3810000" cy="0"/>
          </a:xfrm>
          <a:prstGeom prst="line">
            <a:avLst/>
          </a:prstGeom>
          <a:ln w="2540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C87B1572-477A-D1F8-B84B-B61A9504F3F7}"/>
              </a:ext>
            </a:extLst>
          </p:cNvPr>
          <p:cNvSpPr txBox="1"/>
          <p:nvPr/>
        </p:nvSpPr>
        <p:spPr>
          <a:xfrm>
            <a:off x="8890000" y="4064000"/>
            <a:ext cx="1143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200">
                <a:solidFill>
                  <a:srgbClr val="000000"/>
                </a:solidFill>
                <a:latin typeface="Times New Roman" panose="02020603050405020304" pitchFamily="18" charset="0"/>
              </a:rPr>
              <a:t>Request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D084F35-7D4F-9EA4-26BB-FA273C669EEC}"/>
              </a:ext>
            </a:extLst>
          </p:cNvPr>
          <p:cNvCxnSpPr/>
          <p:nvPr/>
        </p:nvCxnSpPr>
        <p:spPr>
          <a:xfrm flipH="1">
            <a:off x="7620000" y="4724400"/>
            <a:ext cx="3810000" cy="0"/>
          </a:xfrm>
          <a:prstGeom prst="line">
            <a:avLst/>
          </a:prstGeom>
          <a:ln w="2540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880374F6-2D14-CD5D-FC36-4E105EC298D4}"/>
              </a:ext>
            </a:extLst>
          </p:cNvPr>
          <p:cNvSpPr txBox="1"/>
          <p:nvPr/>
        </p:nvSpPr>
        <p:spPr>
          <a:xfrm>
            <a:off x="8890000" y="4762500"/>
            <a:ext cx="127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200">
                <a:solidFill>
                  <a:srgbClr val="000000"/>
                </a:solidFill>
                <a:latin typeface="Times New Roman" panose="02020603050405020304" pitchFamily="18" charset="0"/>
              </a:rPr>
              <a:t>Show Status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2CFC6B2-92FF-FB73-2F6C-E53D991B3E43}"/>
              </a:ext>
            </a:extLst>
          </p:cNvPr>
          <p:cNvCxnSpPr/>
          <p:nvPr/>
        </p:nvCxnSpPr>
        <p:spPr>
          <a:xfrm>
            <a:off x="3048000" y="4762500"/>
            <a:ext cx="2667000" cy="1231900"/>
          </a:xfrm>
          <a:prstGeom prst="line">
            <a:avLst/>
          </a:prstGeom>
          <a:ln w="2540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D818FF36-5664-8B33-1C23-4275BAC5B7AF}"/>
              </a:ext>
            </a:extLst>
          </p:cNvPr>
          <p:cNvSpPr txBox="1"/>
          <p:nvPr/>
        </p:nvSpPr>
        <p:spPr>
          <a:xfrm>
            <a:off x="3238500" y="5689600"/>
            <a:ext cx="2159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200">
                <a:solidFill>
                  <a:srgbClr val="000000"/>
                </a:solidFill>
                <a:latin typeface="Times New Roman" panose="02020603050405020304" pitchFamily="18" charset="0"/>
              </a:rPr>
              <a:t>Request to Upload Report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EB4B2E0-2780-5055-BD2D-9A17DCB2D5E4}"/>
              </a:ext>
            </a:extLst>
          </p:cNvPr>
          <p:cNvCxnSpPr/>
          <p:nvPr/>
        </p:nvCxnSpPr>
        <p:spPr>
          <a:xfrm flipH="1" flipV="1">
            <a:off x="3048000" y="5143500"/>
            <a:ext cx="2667000" cy="1333500"/>
          </a:xfrm>
          <a:prstGeom prst="line">
            <a:avLst/>
          </a:prstGeom>
          <a:ln w="2540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D3651388-8FCE-790A-14C2-A350A3118C1A}"/>
              </a:ext>
            </a:extLst>
          </p:cNvPr>
          <p:cNvSpPr txBox="1"/>
          <p:nvPr/>
        </p:nvSpPr>
        <p:spPr>
          <a:xfrm>
            <a:off x="3492500" y="6413500"/>
            <a:ext cx="152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200">
                <a:solidFill>
                  <a:srgbClr val="000000"/>
                </a:solidFill>
                <a:latin typeface="Times New Roman" panose="02020603050405020304" pitchFamily="18" charset="0"/>
              </a:rPr>
              <a:t>Confirm Upload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69597AB-267F-10DA-23F2-A6AA3073E0DE}"/>
              </a:ext>
            </a:extLst>
          </p:cNvPr>
          <p:cNvCxnSpPr/>
          <p:nvPr/>
        </p:nvCxnSpPr>
        <p:spPr>
          <a:xfrm>
            <a:off x="7620000" y="5994400"/>
            <a:ext cx="4127500" cy="0"/>
          </a:xfrm>
          <a:prstGeom prst="line">
            <a:avLst/>
          </a:prstGeom>
          <a:ln w="2540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7A45C4B2-DD49-EAFB-EDE5-EA8141C1CCD4}"/>
              </a:ext>
            </a:extLst>
          </p:cNvPr>
          <p:cNvSpPr txBox="1"/>
          <p:nvPr/>
        </p:nvSpPr>
        <p:spPr>
          <a:xfrm>
            <a:off x="8953500" y="5638800"/>
            <a:ext cx="1397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200">
                <a:solidFill>
                  <a:srgbClr val="000000"/>
                </a:solidFill>
                <a:latin typeface="Times New Roman" panose="02020603050405020304" pitchFamily="18" charset="0"/>
              </a:rPr>
              <a:t>Report Detail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65DD59B-478C-4C2A-8C73-66EFA4B72006}"/>
              </a:ext>
            </a:extLst>
          </p:cNvPr>
          <p:cNvCxnSpPr/>
          <p:nvPr/>
        </p:nvCxnSpPr>
        <p:spPr>
          <a:xfrm>
            <a:off x="3048000" y="4927600"/>
            <a:ext cx="2667000" cy="2654300"/>
          </a:xfrm>
          <a:prstGeom prst="line">
            <a:avLst/>
          </a:prstGeom>
          <a:ln w="2540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6B284269-35FD-EFF3-71FB-ED575979F8CC}"/>
              </a:ext>
            </a:extLst>
          </p:cNvPr>
          <p:cNvSpPr txBox="1"/>
          <p:nvPr/>
        </p:nvSpPr>
        <p:spPr>
          <a:xfrm>
            <a:off x="3175000" y="7429500"/>
            <a:ext cx="228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t>Request to View / Place Order</a:t>
            </a:r>
            <a:endParaRPr lang="en-IN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2D4BDEA-B342-73BB-652F-9C69720E7DBA}"/>
              </a:ext>
            </a:extLst>
          </p:cNvPr>
          <p:cNvCxnSpPr/>
          <p:nvPr/>
        </p:nvCxnSpPr>
        <p:spPr>
          <a:xfrm flipH="1" flipV="1">
            <a:off x="3048000" y="5308600"/>
            <a:ext cx="2667000" cy="2755900"/>
          </a:xfrm>
          <a:prstGeom prst="line">
            <a:avLst/>
          </a:prstGeom>
          <a:ln w="2540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577D79F4-DE0F-0D6D-1ADC-6DCEACD3E485}"/>
              </a:ext>
            </a:extLst>
          </p:cNvPr>
          <p:cNvSpPr txBox="1"/>
          <p:nvPr/>
        </p:nvSpPr>
        <p:spPr>
          <a:xfrm>
            <a:off x="3238500" y="8128000"/>
            <a:ext cx="1905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200">
                <a:solidFill>
                  <a:srgbClr val="000000"/>
                </a:solidFill>
                <a:latin typeface="Times New Roman" panose="02020603050405020304" pitchFamily="18" charset="0"/>
              </a:rPr>
              <a:t>Display Order Status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D83A70FA-D48F-FC42-4003-E77A91F2D51B}"/>
              </a:ext>
            </a:extLst>
          </p:cNvPr>
          <p:cNvCxnSpPr/>
          <p:nvPr/>
        </p:nvCxnSpPr>
        <p:spPr>
          <a:xfrm>
            <a:off x="7620000" y="7581900"/>
            <a:ext cx="4191000" cy="0"/>
          </a:xfrm>
          <a:prstGeom prst="line">
            <a:avLst/>
          </a:prstGeom>
          <a:ln w="2540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CBD8B9E2-E8A6-2614-BB04-69B6402242B5}"/>
              </a:ext>
            </a:extLst>
          </p:cNvPr>
          <p:cNvSpPr txBox="1"/>
          <p:nvPr/>
        </p:nvSpPr>
        <p:spPr>
          <a:xfrm>
            <a:off x="9017000" y="7239000"/>
            <a:ext cx="1397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200">
                <a:solidFill>
                  <a:srgbClr val="000000"/>
                </a:solidFill>
                <a:latin typeface="Times New Roman" panose="02020603050405020304" pitchFamily="18" charset="0"/>
              </a:rPr>
              <a:t>Order Details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E89114D-E427-15DC-59C1-4B806A1A62B7}"/>
              </a:ext>
            </a:extLst>
          </p:cNvPr>
          <p:cNvCxnSpPr/>
          <p:nvPr/>
        </p:nvCxnSpPr>
        <p:spPr>
          <a:xfrm flipH="1">
            <a:off x="7620000" y="7899400"/>
            <a:ext cx="4191000" cy="0"/>
          </a:xfrm>
          <a:prstGeom prst="line">
            <a:avLst/>
          </a:prstGeom>
          <a:ln w="2540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BF43C687-457F-FD32-D12D-3002F4D1D632}"/>
              </a:ext>
            </a:extLst>
          </p:cNvPr>
          <p:cNvSpPr txBox="1"/>
          <p:nvPr/>
        </p:nvSpPr>
        <p:spPr>
          <a:xfrm>
            <a:off x="9080500" y="7937500"/>
            <a:ext cx="127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200">
                <a:solidFill>
                  <a:srgbClr val="000000"/>
                </a:solidFill>
                <a:latin typeface="Times New Roman" panose="02020603050405020304" pitchFamily="18" charset="0"/>
              </a:rPr>
              <a:t>Show Order</a:t>
            </a:r>
          </a:p>
        </p:txBody>
      </p:sp>
    </p:spTree>
    <p:extLst>
      <p:ext uri="{BB962C8B-B14F-4D97-AF65-F5344CB8AC3E}">
        <p14:creationId xmlns:p14="http://schemas.microsoft.com/office/powerpoint/2010/main" val="2477672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BDBDCF-E6C7-A519-804A-C006D7561B7E}"/>
              </a:ext>
            </a:extLst>
          </p:cNvPr>
          <p:cNvSpPr txBox="1"/>
          <p:nvPr/>
        </p:nvSpPr>
        <p:spPr>
          <a:xfrm>
            <a:off x="635000" y="317500"/>
            <a:ext cx="546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b="1">
                <a:solidFill>
                  <a:srgbClr val="000000"/>
                </a:solidFill>
                <a:latin typeface="Times New Roman" panose="02020603050405020304" pitchFamily="18" charset="0"/>
              </a:rPr>
              <a:t>LEVEL 1 DFD (DOCTOR)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844965-E971-53FD-00C9-B85828F103A3}"/>
              </a:ext>
            </a:extLst>
          </p:cNvPr>
          <p:cNvSpPr txBox="1"/>
          <p:nvPr/>
        </p:nvSpPr>
        <p:spPr>
          <a:xfrm>
            <a:off x="3175000" y="1079500"/>
            <a:ext cx="9906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LEVEL 1 DFD: DOCTOR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B6F8F74-B731-5C97-3199-AA34E81F972E}"/>
              </a:ext>
            </a:extLst>
          </p:cNvPr>
          <p:cNvCxnSpPr/>
          <p:nvPr/>
        </p:nvCxnSpPr>
        <p:spPr>
          <a:xfrm>
            <a:off x="508000" y="1841500"/>
            <a:ext cx="152400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F8CCCC8B-C276-FFC2-2F0B-7E05FDC1402A}"/>
              </a:ext>
            </a:extLst>
          </p:cNvPr>
          <p:cNvSpPr/>
          <p:nvPr/>
        </p:nvSpPr>
        <p:spPr>
          <a:xfrm>
            <a:off x="762000" y="4191000"/>
            <a:ext cx="2286000" cy="1041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700" b="1">
                <a:solidFill>
                  <a:srgbClr val="000000"/>
                </a:solidFill>
                <a:latin typeface="Times New Roman" panose="02020603050405020304" pitchFamily="18" charset="0"/>
              </a:rPr>
              <a:t>DOCTOR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1582157-4C73-B465-DCC9-ABDF20C19B88}"/>
              </a:ext>
            </a:extLst>
          </p:cNvPr>
          <p:cNvSpPr/>
          <p:nvPr/>
        </p:nvSpPr>
        <p:spPr>
          <a:xfrm>
            <a:off x="5715000" y="2413000"/>
            <a:ext cx="1905000" cy="10795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>
                <a:solidFill>
                  <a:srgbClr val="000000"/>
                </a:solidFill>
                <a:latin typeface="Times New Roman" panose="02020603050405020304" pitchFamily="18" charset="0"/>
              </a:rPr>
              <a:t>2.0</a:t>
            </a:r>
          </a:p>
          <a:p>
            <a:pPr algn="ctr"/>
            <a:r>
              <a:rPr lang="en-IN" sz="1600" b="1">
                <a:solidFill>
                  <a:srgbClr val="000000"/>
                </a:solidFill>
                <a:latin typeface="Times New Roman" panose="02020603050405020304" pitchFamily="18" charset="0"/>
              </a:rPr>
              <a:t>Doctor`rLogin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8DAE519-8C20-E44F-2230-3C30010F0C70}"/>
              </a:ext>
            </a:extLst>
          </p:cNvPr>
          <p:cNvCxnSpPr/>
          <p:nvPr/>
        </p:nvCxnSpPr>
        <p:spPr>
          <a:xfrm>
            <a:off x="5867400" y="2794000"/>
            <a:ext cx="16002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BE774066-5037-A090-B1A8-452DE68DFD42}"/>
              </a:ext>
            </a:extLst>
          </p:cNvPr>
          <p:cNvSpPr/>
          <p:nvPr/>
        </p:nvSpPr>
        <p:spPr>
          <a:xfrm>
            <a:off x="5715000" y="4191000"/>
            <a:ext cx="1905000" cy="10795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>
                <a:solidFill>
                  <a:srgbClr val="000000"/>
                </a:solidFill>
                <a:latin typeface="Times New Roman" panose="02020603050405020304" pitchFamily="18" charset="0"/>
              </a:rPr>
              <a:t>2.1</a:t>
            </a:r>
          </a:p>
          <a:p>
            <a:pPr algn="ctr"/>
            <a:r>
              <a:rPr lang="en-IN" sz="1600" b="1">
                <a:solidFill>
                  <a:srgbClr val="000000"/>
                </a:solidFill>
                <a:latin typeface="Times New Roman" panose="02020603050405020304" pitchFamily="18" charset="0"/>
              </a:rPr>
              <a:t>View`rAppointments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D013A4C-0123-FE88-EE1A-751D3E82DFA1}"/>
              </a:ext>
            </a:extLst>
          </p:cNvPr>
          <p:cNvCxnSpPr/>
          <p:nvPr/>
        </p:nvCxnSpPr>
        <p:spPr>
          <a:xfrm>
            <a:off x="5867400" y="4572000"/>
            <a:ext cx="16002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F9574009-4042-1A1B-0AC3-9BA0F37E7259}"/>
              </a:ext>
            </a:extLst>
          </p:cNvPr>
          <p:cNvSpPr/>
          <p:nvPr/>
        </p:nvSpPr>
        <p:spPr>
          <a:xfrm>
            <a:off x="5715000" y="6350000"/>
            <a:ext cx="1905000" cy="10795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>
                <a:solidFill>
                  <a:srgbClr val="000000"/>
                </a:solidFill>
                <a:latin typeface="Times New Roman" panose="02020603050405020304" pitchFamily="18" charset="0"/>
              </a:rPr>
              <a:t>2.2</a:t>
            </a:r>
          </a:p>
          <a:p>
            <a:pPr algn="ctr"/>
            <a:r>
              <a:rPr lang="en-IN" sz="1600" b="1">
                <a:solidFill>
                  <a:srgbClr val="000000"/>
                </a:solidFill>
                <a:latin typeface="Times New Roman" panose="02020603050405020304" pitchFamily="18" charset="0"/>
              </a:rPr>
              <a:t>Update`rPrescription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7B0E38B-B361-B973-376E-5B5908989B9C}"/>
              </a:ext>
            </a:extLst>
          </p:cNvPr>
          <p:cNvCxnSpPr/>
          <p:nvPr/>
        </p:nvCxnSpPr>
        <p:spPr>
          <a:xfrm>
            <a:off x="5867400" y="6731000"/>
            <a:ext cx="16002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36B8175-CE4A-BAC5-2958-654E2FDCF4A1}"/>
              </a:ext>
            </a:extLst>
          </p:cNvPr>
          <p:cNvCxnSpPr/>
          <p:nvPr/>
        </p:nvCxnSpPr>
        <p:spPr>
          <a:xfrm>
            <a:off x="11239500" y="2857500"/>
            <a:ext cx="19050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389DF15-7C3F-8C4D-389F-2323C4D82FBD}"/>
              </a:ext>
            </a:extLst>
          </p:cNvPr>
          <p:cNvCxnSpPr/>
          <p:nvPr/>
        </p:nvCxnSpPr>
        <p:spPr>
          <a:xfrm>
            <a:off x="11239500" y="3136900"/>
            <a:ext cx="19050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300EFB5-C965-1EBF-4F03-D1C6EFCC8B3D}"/>
              </a:ext>
            </a:extLst>
          </p:cNvPr>
          <p:cNvSpPr txBox="1"/>
          <p:nvPr/>
        </p:nvSpPr>
        <p:spPr>
          <a:xfrm>
            <a:off x="11239500" y="2832100"/>
            <a:ext cx="1905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500">
                <a:solidFill>
                  <a:srgbClr val="000000"/>
                </a:solidFill>
                <a:latin typeface="Times New Roman" panose="02020603050405020304" pitchFamily="18" charset="0"/>
              </a:rPr>
              <a:t>DOCTOR LOGIN DATA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BBAF7DA-4385-B2FE-3EAC-5149BD168DCA}"/>
              </a:ext>
            </a:extLst>
          </p:cNvPr>
          <p:cNvCxnSpPr/>
          <p:nvPr/>
        </p:nvCxnSpPr>
        <p:spPr>
          <a:xfrm>
            <a:off x="11620500" y="4635500"/>
            <a:ext cx="19050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0833116-6A94-1B74-54D5-00AF1D62C571}"/>
              </a:ext>
            </a:extLst>
          </p:cNvPr>
          <p:cNvCxnSpPr/>
          <p:nvPr/>
        </p:nvCxnSpPr>
        <p:spPr>
          <a:xfrm>
            <a:off x="11620500" y="4914900"/>
            <a:ext cx="19050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05E2D46-59AB-E1C7-8698-35DB29288615}"/>
              </a:ext>
            </a:extLst>
          </p:cNvPr>
          <p:cNvSpPr txBox="1"/>
          <p:nvPr/>
        </p:nvSpPr>
        <p:spPr>
          <a:xfrm>
            <a:off x="11620500" y="4610100"/>
            <a:ext cx="1905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500">
                <a:solidFill>
                  <a:srgbClr val="000000"/>
                </a:solidFill>
                <a:latin typeface="Times New Roman" panose="02020603050405020304" pitchFamily="18" charset="0"/>
              </a:rPr>
              <a:t>APPOINTMENT LIST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57B8578-D8E9-F574-4AB8-4EF5D1D854E0}"/>
              </a:ext>
            </a:extLst>
          </p:cNvPr>
          <p:cNvCxnSpPr/>
          <p:nvPr/>
        </p:nvCxnSpPr>
        <p:spPr>
          <a:xfrm>
            <a:off x="11430000" y="6794500"/>
            <a:ext cx="19050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E2BCF74-B86B-4C0E-7A93-E853618ED1F4}"/>
              </a:ext>
            </a:extLst>
          </p:cNvPr>
          <p:cNvCxnSpPr/>
          <p:nvPr/>
        </p:nvCxnSpPr>
        <p:spPr>
          <a:xfrm>
            <a:off x="11430000" y="7073900"/>
            <a:ext cx="19050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B1F0263-53DA-B110-AB5E-A402ADB2288F}"/>
              </a:ext>
            </a:extLst>
          </p:cNvPr>
          <p:cNvSpPr txBox="1"/>
          <p:nvPr/>
        </p:nvSpPr>
        <p:spPr>
          <a:xfrm>
            <a:off x="11430000" y="6769100"/>
            <a:ext cx="1905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500">
                <a:solidFill>
                  <a:srgbClr val="000000"/>
                </a:solidFill>
                <a:latin typeface="Times New Roman" panose="02020603050405020304" pitchFamily="18" charset="0"/>
              </a:rPr>
              <a:t>PRESCRIPTION DATA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9A546BD-167F-3517-5377-660A1EB85173}"/>
              </a:ext>
            </a:extLst>
          </p:cNvPr>
          <p:cNvCxnSpPr/>
          <p:nvPr/>
        </p:nvCxnSpPr>
        <p:spPr>
          <a:xfrm flipV="1">
            <a:off x="3048000" y="2946400"/>
            <a:ext cx="2667000" cy="1562100"/>
          </a:xfrm>
          <a:prstGeom prst="line">
            <a:avLst/>
          </a:prstGeom>
          <a:ln w="2540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10E325E-A39F-B16E-E49D-36AF8B3AE13E}"/>
              </a:ext>
            </a:extLst>
          </p:cNvPr>
          <p:cNvSpPr txBox="1"/>
          <p:nvPr/>
        </p:nvSpPr>
        <p:spPr>
          <a:xfrm>
            <a:off x="3429000" y="2794000"/>
            <a:ext cx="17145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200">
                <a:solidFill>
                  <a:srgbClr val="000000"/>
                </a:solidFill>
                <a:latin typeface="Times New Roman" panose="02020603050405020304" pitchFamily="18" charset="0"/>
              </a:rPr>
              <a:t>Request to Login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9B42D05-38E5-3692-A159-8A119F089642}"/>
              </a:ext>
            </a:extLst>
          </p:cNvPr>
          <p:cNvCxnSpPr/>
          <p:nvPr/>
        </p:nvCxnSpPr>
        <p:spPr>
          <a:xfrm flipH="1">
            <a:off x="3048000" y="3327400"/>
            <a:ext cx="2667000" cy="1524000"/>
          </a:xfrm>
          <a:prstGeom prst="line">
            <a:avLst/>
          </a:prstGeom>
          <a:ln w="2540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8769455-169D-AF2D-C706-97568A83C5B2}"/>
              </a:ext>
            </a:extLst>
          </p:cNvPr>
          <p:cNvSpPr txBox="1"/>
          <p:nvPr/>
        </p:nvSpPr>
        <p:spPr>
          <a:xfrm>
            <a:off x="3746500" y="3708400"/>
            <a:ext cx="152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200">
                <a:solidFill>
                  <a:srgbClr val="000000"/>
                </a:solidFill>
                <a:latin typeface="Times New Roman" panose="02020603050405020304" pitchFamily="18" charset="0"/>
              </a:rPr>
              <a:t>Login Result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ED0F596-D241-50FB-1E5C-11890113EFD9}"/>
              </a:ext>
            </a:extLst>
          </p:cNvPr>
          <p:cNvCxnSpPr/>
          <p:nvPr/>
        </p:nvCxnSpPr>
        <p:spPr>
          <a:xfrm>
            <a:off x="7620000" y="2946400"/>
            <a:ext cx="3619500" cy="0"/>
          </a:xfrm>
          <a:prstGeom prst="line">
            <a:avLst/>
          </a:prstGeom>
          <a:ln w="2540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E94B031-9ED8-CDF3-DEDD-97A959B6C578}"/>
              </a:ext>
            </a:extLst>
          </p:cNvPr>
          <p:cNvSpPr txBox="1"/>
          <p:nvPr/>
        </p:nvSpPr>
        <p:spPr>
          <a:xfrm>
            <a:off x="8890000" y="2603500"/>
            <a:ext cx="1143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200">
                <a:solidFill>
                  <a:srgbClr val="000000"/>
                </a:solidFill>
                <a:latin typeface="Times New Roman" panose="02020603050405020304" pitchFamily="18" charset="0"/>
              </a:rPr>
              <a:t>Request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E591789-BDA6-2E88-AD81-3D6EAC92F265}"/>
              </a:ext>
            </a:extLst>
          </p:cNvPr>
          <p:cNvCxnSpPr/>
          <p:nvPr/>
        </p:nvCxnSpPr>
        <p:spPr>
          <a:xfrm flipH="1">
            <a:off x="7620000" y="3263900"/>
            <a:ext cx="3619500" cy="0"/>
          </a:xfrm>
          <a:prstGeom prst="line">
            <a:avLst/>
          </a:prstGeom>
          <a:ln w="2540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6DAB5E2-B387-D276-2472-5DCF013744C7}"/>
              </a:ext>
            </a:extLst>
          </p:cNvPr>
          <p:cNvSpPr txBox="1"/>
          <p:nvPr/>
        </p:nvSpPr>
        <p:spPr>
          <a:xfrm>
            <a:off x="8890000" y="3302000"/>
            <a:ext cx="1397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200">
                <a:solidFill>
                  <a:srgbClr val="000000"/>
                </a:solidFill>
                <a:latin typeface="Times New Roman" panose="02020603050405020304" pitchFamily="18" charset="0"/>
              </a:rPr>
              <a:t>Show Requests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273FB1A-B160-90CB-341B-13EA68F554E2}"/>
              </a:ext>
            </a:extLst>
          </p:cNvPr>
          <p:cNvCxnSpPr/>
          <p:nvPr/>
        </p:nvCxnSpPr>
        <p:spPr>
          <a:xfrm>
            <a:off x="3048000" y="4699000"/>
            <a:ext cx="2667000" cy="25400"/>
          </a:xfrm>
          <a:prstGeom prst="line">
            <a:avLst/>
          </a:prstGeom>
          <a:ln w="2540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A2AE7BA-677D-7B39-9D54-13E5D5444FFD}"/>
              </a:ext>
            </a:extLst>
          </p:cNvPr>
          <p:cNvSpPr txBox="1"/>
          <p:nvPr/>
        </p:nvSpPr>
        <p:spPr>
          <a:xfrm>
            <a:off x="3302000" y="4343400"/>
            <a:ext cx="228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200">
                <a:solidFill>
                  <a:srgbClr val="000000"/>
                </a:solidFill>
                <a:latin typeface="Times New Roman" panose="02020603050405020304" pitchFamily="18" charset="0"/>
              </a:rPr>
              <a:t>Request to View Appointments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8F2238E-444B-F526-25A6-18037FFCAB2C}"/>
              </a:ext>
            </a:extLst>
          </p:cNvPr>
          <p:cNvCxnSpPr/>
          <p:nvPr/>
        </p:nvCxnSpPr>
        <p:spPr>
          <a:xfrm flipH="1" flipV="1">
            <a:off x="3048000" y="5029200"/>
            <a:ext cx="2667000" cy="177800"/>
          </a:xfrm>
          <a:prstGeom prst="line">
            <a:avLst/>
          </a:prstGeom>
          <a:ln w="2540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DE04265-15E1-84C6-EBC6-FD471AF9AA1E}"/>
              </a:ext>
            </a:extLst>
          </p:cNvPr>
          <p:cNvSpPr txBox="1"/>
          <p:nvPr/>
        </p:nvSpPr>
        <p:spPr>
          <a:xfrm>
            <a:off x="3302000" y="5257800"/>
            <a:ext cx="2159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200">
                <a:solidFill>
                  <a:srgbClr val="000000"/>
                </a:solidFill>
                <a:latin typeface="Times New Roman" panose="02020603050405020304" pitchFamily="18" charset="0"/>
              </a:rPr>
              <a:t>Display Appointment List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753A182-EB86-5D2E-96A2-FB1DF63FE115}"/>
              </a:ext>
            </a:extLst>
          </p:cNvPr>
          <p:cNvCxnSpPr/>
          <p:nvPr/>
        </p:nvCxnSpPr>
        <p:spPr>
          <a:xfrm>
            <a:off x="7620000" y="4724400"/>
            <a:ext cx="4000500" cy="0"/>
          </a:xfrm>
          <a:prstGeom prst="line">
            <a:avLst/>
          </a:prstGeom>
          <a:ln w="2540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5FD3ECC-23F0-6940-A253-30E7F398AE87}"/>
              </a:ext>
            </a:extLst>
          </p:cNvPr>
          <p:cNvSpPr txBox="1"/>
          <p:nvPr/>
        </p:nvSpPr>
        <p:spPr>
          <a:xfrm>
            <a:off x="8890000" y="4368800"/>
            <a:ext cx="1651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200">
                <a:solidFill>
                  <a:srgbClr val="000000"/>
                </a:solidFill>
                <a:latin typeface="Times New Roman" panose="02020603050405020304" pitchFamily="18" charset="0"/>
              </a:rPr>
              <a:t>Appointment Details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903448A-791A-EADD-7785-67383BF094AB}"/>
              </a:ext>
            </a:extLst>
          </p:cNvPr>
          <p:cNvCxnSpPr/>
          <p:nvPr/>
        </p:nvCxnSpPr>
        <p:spPr>
          <a:xfrm flipH="1">
            <a:off x="7620000" y="5041900"/>
            <a:ext cx="4000500" cy="0"/>
          </a:xfrm>
          <a:prstGeom prst="line">
            <a:avLst/>
          </a:prstGeom>
          <a:ln w="2540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D887C4D4-3CDD-0BB8-98E1-196CECCA0374}"/>
              </a:ext>
            </a:extLst>
          </p:cNvPr>
          <p:cNvSpPr txBox="1"/>
          <p:nvPr/>
        </p:nvSpPr>
        <p:spPr>
          <a:xfrm>
            <a:off x="9017000" y="5080000"/>
            <a:ext cx="127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200">
                <a:solidFill>
                  <a:srgbClr val="000000"/>
                </a:solidFill>
                <a:latin typeface="Times New Roman" panose="02020603050405020304" pitchFamily="18" charset="0"/>
              </a:rPr>
              <a:t>Show Details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5ADB778-1B55-6CD5-A4F3-3504B711176F}"/>
              </a:ext>
            </a:extLst>
          </p:cNvPr>
          <p:cNvCxnSpPr/>
          <p:nvPr/>
        </p:nvCxnSpPr>
        <p:spPr>
          <a:xfrm>
            <a:off x="3048000" y="4953000"/>
            <a:ext cx="2667000" cy="1930400"/>
          </a:xfrm>
          <a:prstGeom prst="line">
            <a:avLst/>
          </a:prstGeom>
          <a:ln w="2540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B8B8726B-A6D1-158D-B7C9-D9AE8DC7C8F9}"/>
              </a:ext>
            </a:extLst>
          </p:cNvPr>
          <p:cNvSpPr txBox="1"/>
          <p:nvPr/>
        </p:nvSpPr>
        <p:spPr>
          <a:xfrm>
            <a:off x="3238500" y="6731000"/>
            <a:ext cx="23495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200">
                <a:solidFill>
                  <a:srgbClr val="000000"/>
                </a:solidFill>
                <a:latin typeface="Times New Roman" panose="02020603050405020304" pitchFamily="18" charset="0"/>
              </a:rPr>
              <a:t>Request to Add Prescription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0F585D0-4F17-41AD-CBA7-A05A8416262E}"/>
              </a:ext>
            </a:extLst>
          </p:cNvPr>
          <p:cNvCxnSpPr/>
          <p:nvPr/>
        </p:nvCxnSpPr>
        <p:spPr>
          <a:xfrm flipH="1" flipV="1">
            <a:off x="3048000" y="5232400"/>
            <a:ext cx="2667000" cy="2133600"/>
          </a:xfrm>
          <a:prstGeom prst="line">
            <a:avLst/>
          </a:prstGeom>
          <a:ln w="2540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729E1A4C-4C7D-E3C9-2A34-72D407A5754D}"/>
              </a:ext>
            </a:extLst>
          </p:cNvPr>
          <p:cNvSpPr txBox="1"/>
          <p:nvPr/>
        </p:nvSpPr>
        <p:spPr>
          <a:xfrm>
            <a:off x="3556000" y="7429500"/>
            <a:ext cx="152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200">
                <a:solidFill>
                  <a:srgbClr val="000000"/>
                </a:solidFill>
                <a:latin typeface="Times New Roman" panose="02020603050405020304" pitchFamily="18" charset="0"/>
              </a:rPr>
              <a:t>Confirm Update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B557686-B398-F69D-E7FC-CFB27909C49B}"/>
              </a:ext>
            </a:extLst>
          </p:cNvPr>
          <p:cNvCxnSpPr/>
          <p:nvPr/>
        </p:nvCxnSpPr>
        <p:spPr>
          <a:xfrm>
            <a:off x="7620000" y="6883400"/>
            <a:ext cx="3810000" cy="0"/>
          </a:xfrm>
          <a:prstGeom prst="line">
            <a:avLst/>
          </a:prstGeom>
          <a:ln w="2540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AB1BAF29-1DDC-A431-4180-76DFD12600BF}"/>
              </a:ext>
            </a:extLst>
          </p:cNvPr>
          <p:cNvSpPr txBox="1"/>
          <p:nvPr/>
        </p:nvSpPr>
        <p:spPr>
          <a:xfrm>
            <a:off x="8890000" y="6540500"/>
            <a:ext cx="15875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200">
                <a:solidFill>
                  <a:srgbClr val="000000"/>
                </a:solidFill>
                <a:latin typeface="Times New Roman" panose="02020603050405020304" pitchFamily="18" charset="0"/>
              </a:rPr>
              <a:t>Prescription Detail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54FE6F5-629A-CB45-92ED-FC1094569B8B}"/>
              </a:ext>
            </a:extLst>
          </p:cNvPr>
          <p:cNvCxnSpPr/>
          <p:nvPr/>
        </p:nvCxnSpPr>
        <p:spPr>
          <a:xfrm flipH="1">
            <a:off x="7620000" y="7200900"/>
            <a:ext cx="3810000" cy="0"/>
          </a:xfrm>
          <a:prstGeom prst="line">
            <a:avLst/>
          </a:prstGeom>
          <a:ln w="2540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20625080-65BC-70FE-D2CD-F9DF85774664}"/>
              </a:ext>
            </a:extLst>
          </p:cNvPr>
          <p:cNvSpPr txBox="1"/>
          <p:nvPr/>
        </p:nvSpPr>
        <p:spPr>
          <a:xfrm>
            <a:off x="9017000" y="7239000"/>
            <a:ext cx="127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200">
                <a:solidFill>
                  <a:srgbClr val="000000"/>
                </a:solidFill>
                <a:latin typeface="Times New Roman" panose="02020603050405020304" pitchFamily="18" charset="0"/>
              </a:rPr>
              <a:t>Show Status</a:t>
            </a:r>
          </a:p>
        </p:txBody>
      </p:sp>
    </p:spTree>
    <p:extLst>
      <p:ext uri="{BB962C8B-B14F-4D97-AF65-F5344CB8AC3E}">
        <p14:creationId xmlns:p14="http://schemas.microsoft.com/office/powerpoint/2010/main" val="1158085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0BD9D9-DD31-34D0-7C67-D9B210543DD5}"/>
              </a:ext>
            </a:extLst>
          </p:cNvPr>
          <p:cNvSpPr txBox="1"/>
          <p:nvPr/>
        </p:nvSpPr>
        <p:spPr>
          <a:xfrm>
            <a:off x="635000" y="317500"/>
            <a:ext cx="546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b="1">
                <a:solidFill>
                  <a:srgbClr val="000000"/>
                </a:solidFill>
                <a:latin typeface="Times New Roman" panose="02020603050405020304" pitchFamily="18" charset="0"/>
              </a:rPr>
              <a:t>LEVEL 1 DFD (ADMIN)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472F77-9C42-55F3-B7DD-497AFDC429E1}"/>
              </a:ext>
            </a:extLst>
          </p:cNvPr>
          <p:cNvSpPr txBox="1"/>
          <p:nvPr/>
        </p:nvSpPr>
        <p:spPr>
          <a:xfrm>
            <a:off x="3175000" y="1079500"/>
            <a:ext cx="9906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LEVEL 1 DFD: ADMIN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B49DD45-9B6D-1463-B7F8-0BEDD85026F5}"/>
              </a:ext>
            </a:extLst>
          </p:cNvPr>
          <p:cNvCxnSpPr/>
          <p:nvPr/>
        </p:nvCxnSpPr>
        <p:spPr>
          <a:xfrm>
            <a:off x="508000" y="1841500"/>
            <a:ext cx="152400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820A64B0-AE6D-A603-A5C4-DB162A6351D9}"/>
              </a:ext>
            </a:extLst>
          </p:cNvPr>
          <p:cNvSpPr/>
          <p:nvPr/>
        </p:nvSpPr>
        <p:spPr>
          <a:xfrm>
            <a:off x="762000" y="4191000"/>
            <a:ext cx="2286000" cy="1041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700" b="1">
                <a:solidFill>
                  <a:srgbClr val="000000"/>
                </a:solidFill>
                <a:latin typeface="Times New Roman" panose="02020603050405020304" pitchFamily="18" charset="0"/>
              </a:rPr>
              <a:t>ADMIN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8F807EE-5337-DD0D-1F01-386AFD54203C}"/>
              </a:ext>
            </a:extLst>
          </p:cNvPr>
          <p:cNvSpPr/>
          <p:nvPr/>
        </p:nvSpPr>
        <p:spPr>
          <a:xfrm>
            <a:off x="5715000" y="1968500"/>
            <a:ext cx="1905000" cy="10795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>
                <a:solidFill>
                  <a:srgbClr val="000000"/>
                </a:solidFill>
                <a:latin typeface="Times New Roman" panose="02020603050405020304" pitchFamily="18" charset="0"/>
              </a:rPr>
              <a:t>3.0</a:t>
            </a:r>
          </a:p>
          <a:p>
            <a:pPr algn="ctr"/>
            <a:r>
              <a:rPr lang="en-IN" sz="1600" b="1">
                <a:solidFill>
                  <a:srgbClr val="000000"/>
                </a:solidFill>
                <a:latin typeface="Times New Roman" panose="02020603050405020304" pitchFamily="18" charset="0"/>
              </a:rPr>
              <a:t>Admin`rLogin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7430D17-9281-4DA3-AA8A-F9893EDC77BE}"/>
              </a:ext>
            </a:extLst>
          </p:cNvPr>
          <p:cNvCxnSpPr/>
          <p:nvPr/>
        </p:nvCxnSpPr>
        <p:spPr>
          <a:xfrm>
            <a:off x="5867400" y="2349500"/>
            <a:ext cx="16002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95226542-F8EF-67DB-DCF4-6F99AF881147}"/>
              </a:ext>
            </a:extLst>
          </p:cNvPr>
          <p:cNvSpPr/>
          <p:nvPr/>
        </p:nvSpPr>
        <p:spPr>
          <a:xfrm>
            <a:off x="5715000" y="3492500"/>
            <a:ext cx="1905000" cy="10795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>
                <a:solidFill>
                  <a:srgbClr val="000000"/>
                </a:solidFill>
                <a:latin typeface="Times New Roman" panose="02020603050405020304" pitchFamily="18" charset="0"/>
              </a:rPr>
              <a:t>3.1</a:t>
            </a:r>
          </a:p>
          <a:p>
            <a:pPr algn="ctr"/>
            <a:r>
              <a:rPr lang="en-IN" sz="1600" b="1">
                <a:solidFill>
                  <a:srgbClr val="000000"/>
                </a:solidFill>
                <a:latin typeface="Times New Roman" panose="02020603050405020304" pitchFamily="18" charset="0"/>
              </a:rPr>
              <a:t>Manage`rPatients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576065E-B1D2-8729-02E8-D67B20750700}"/>
              </a:ext>
            </a:extLst>
          </p:cNvPr>
          <p:cNvCxnSpPr/>
          <p:nvPr/>
        </p:nvCxnSpPr>
        <p:spPr>
          <a:xfrm>
            <a:off x="5867400" y="3873500"/>
            <a:ext cx="16002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65CEA1DA-0236-1C56-899E-443566B3F255}"/>
              </a:ext>
            </a:extLst>
          </p:cNvPr>
          <p:cNvSpPr/>
          <p:nvPr/>
        </p:nvSpPr>
        <p:spPr>
          <a:xfrm>
            <a:off x="5715000" y="5016500"/>
            <a:ext cx="1905000" cy="10795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>
                <a:solidFill>
                  <a:srgbClr val="000000"/>
                </a:solidFill>
                <a:latin typeface="Times New Roman" panose="02020603050405020304" pitchFamily="18" charset="0"/>
              </a:rPr>
              <a:t>3.2</a:t>
            </a:r>
          </a:p>
          <a:p>
            <a:pPr algn="ctr"/>
            <a:r>
              <a:rPr lang="en-IN" sz="1600" b="1">
                <a:solidFill>
                  <a:srgbClr val="000000"/>
                </a:solidFill>
                <a:latin typeface="Times New Roman" panose="02020603050405020304" pitchFamily="18" charset="0"/>
              </a:rPr>
              <a:t>Manage`rAppointments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B5FEE50-4766-4575-F70E-00029A645C05}"/>
              </a:ext>
            </a:extLst>
          </p:cNvPr>
          <p:cNvCxnSpPr/>
          <p:nvPr/>
        </p:nvCxnSpPr>
        <p:spPr>
          <a:xfrm>
            <a:off x="5867400" y="5397500"/>
            <a:ext cx="16002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D6C8BCA1-8A12-CC36-8954-AA360AC9CE33}"/>
              </a:ext>
            </a:extLst>
          </p:cNvPr>
          <p:cNvSpPr/>
          <p:nvPr/>
        </p:nvSpPr>
        <p:spPr>
          <a:xfrm>
            <a:off x="5715000" y="6540500"/>
            <a:ext cx="1905000" cy="10795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>
                <a:solidFill>
                  <a:srgbClr val="000000"/>
                </a:solidFill>
                <a:latin typeface="Times New Roman" panose="02020603050405020304" pitchFamily="18" charset="0"/>
              </a:rPr>
              <a:t>3.3</a:t>
            </a:r>
          </a:p>
          <a:p>
            <a:pPr algn="ctr"/>
            <a:r>
              <a:rPr lang="en-IN" sz="1600" b="1">
                <a:solidFill>
                  <a:srgbClr val="000000"/>
                </a:solidFill>
                <a:latin typeface="Times New Roman" panose="02020603050405020304" pitchFamily="18" charset="0"/>
              </a:rPr>
              <a:t>Manage`rOrders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137DB0-D0FA-B972-8724-29036B2D40D2}"/>
              </a:ext>
            </a:extLst>
          </p:cNvPr>
          <p:cNvCxnSpPr/>
          <p:nvPr/>
        </p:nvCxnSpPr>
        <p:spPr>
          <a:xfrm>
            <a:off x="5867400" y="6921500"/>
            <a:ext cx="16002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E67CDD9-D4A4-BAEC-8BBB-2F06A74724E2}"/>
              </a:ext>
            </a:extLst>
          </p:cNvPr>
          <p:cNvCxnSpPr/>
          <p:nvPr/>
        </p:nvCxnSpPr>
        <p:spPr>
          <a:xfrm>
            <a:off x="11430000" y="2413000"/>
            <a:ext cx="19050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A5C9AEC-FA4F-0BC0-29CD-6E5DEFF37A98}"/>
              </a:ext>
            </a:extLst>
          </p:cNvPr>
          <p:cNvCxnSpPr/>
          <p:nvPr/>
        </p:nvCxnSpPr>
        <p:spPr>
          <a:xfrm>
            <a:off x="11430000" y="2692400"/>
            <a:ext cx="19050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01D1C20-CF69-DA50-3A64-7794E6A23DD2}"/>
              </a:ext>
            </a:extLst>
          </p:cNvPr>
          <p:cNvSpPr txBox="1"/>
          <p:nvPr/>
        </p:nvSpPr>
        <p:spPr>
          <a:xfrm>
            <a:off x="11430000" y="2387600"/>
            <a:ext cx="1905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500">
                <a:solidFill>
                  <a:srgbClr val="000000"/>
                </a:solidFill>
                <a:latin typeface="Times New Roman" panose="02020603050405020304" pitchFamily="18" charset="0"/>
              </a:rPr>
              <a:t>ADMIN LOGIN DATA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55869C9-2924-264A-06BE-73B44D409B19}"/>
              </a:ext>
            </a:extLst>
          </p:cNvPr>
          <p:cNvCxnSpPr/>
          <p:nvPr/>
        </p:nvCxnSpPr>
        <p:spPr>
          <a:xfrm>
            <a:off x="11874500" y="3937000"/>
            <a:ext cx="19050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BFDB1A5-8277-2591-7E7F-8DB522DA867B}"/>
              </a:ext>
            </a:extLst>
          </p:cNvPr>
          <p:cNvCxnSpPr/>
          <p:nvPr/>
        </p:nvCxnSpPr>
        <p:spPr>
          <a:xfrm>
            <a:off x="11874500" y="4216400"/>
            <a:ext cx="19050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987E0A1-3A51-AFD1-F705-94F822D0E42A}"/>
              </a:ext>
            </a:extLst>
          </p:cNvPr>
          <p:cNvSpPr txBox="1"/>
          <p:nvPr/>
        </p:nvSpPr>
        <p:spPr>
          <a:xfrm>
            <a:off x="11874500" y="3911600"/>
            <a:ext cx="1905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500">
                <a:solidFill>
                  <a:srgbClr val="000000"/>
                </a:solidFill>
                <a:latin typeface="Times New Roman" panose="02020603050405020304" pitchFamily="18" charset="0"/>
              </a:rPr>
              <a:t>PATIENT DATA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EF9DA91-3959-9B7D-06A9-256D69317B89}"/>
              </a:ext>
            </a:extLst>
          </p:cNvPr>
          <p:cNvCxnSpPr/>
          <p:nvPr/>
        </p:nvCxnSpPr>
        <p:spPr>
          <a:xfrm>
            <a:off x="11430000" y="5461000"/>
            <a:ext cx="19050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D54CCC8-3E61-D326-050F-6587491A8B45}"/>
              </a:ext>
            </a:extLst>
          </p:cNvPr>
          <p:cNvCxnSpPr/>
          <p:nvPr/>
        </p:nvCxnSpPr>
        <p:spPr>
          <a:xfrm>
            <a:off x="11430000" y="5740400"/>
            <a:ext cx="19050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C458053-4B94-34E9-37B8-E3A02B479C89}"/>
              </a:ext>
            </a:extLst>
          </p:cNvPr>
          <p:cNvSpPr txBox="1"/>
          <p:nvPr/>
        </p:nvSpPr>
        <p:spPr>
          <a:xfrm>
            <a:off x="11430000" y="5435600"/>
            <a:ext cx="1905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500">
                <a:solidFill>
                  <a:srgbClr val="000000"/>
                </a:solidFill>
                <a:latin typeface="Times New Roman" panose="02020603050405020304" pitchFamily="18" charset="0"/>
              </a:rPr>
              <a:t>APPOINTMENT DATA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501CB20-1F00-E07E-395E-EE1EEB5BA0B4}"/>
              </a:ext>
            </a:extLst>
          </p:cNvPr>
          <p:cNvCxnSpPr/>
          <p:nvPr/>
        </p:nvCxnSpPr>
        <p:spPr>
          <a:xfrm>
            <a:off x="11811000" y="6985000"/>
            <a:ext cx="19050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7F01284-BD57-ED4F-ED5E-78B920D38B5D}"/>
              </a:ext>
            </a:extLst>
          </p:cNvPr>
          <p:cNvCxnSpPr/>
          <p:nvPr/>
        </p:nvCxnSpPr>
        <p:spPr>
          <a:xfrm>
            <a:off x="11811000" y="7264400"/>
            <a:ext cx="19050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D9808D36-9DBD-AF13-E554-A821A46AC881}"/>
              </a:ext>
            </a:extLst>
          </p:cNvPr>
          <p:cNvSpPr txBox="1"/>
          <p:nvPr/>
        </p:nvSpPr>
        <p:spPr>
          <a:xfrm>
            <a:off x="11811000" y="6959600"/>
            <a:ext cx="1905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500">
                <a:solidFill>
                  <a:srgbClr val="000000"/>
                </a:solidFill>
                <a:latin typeface="Times New Roman" panose="02020603050405020304" pitchFamily="18" charset="0"/>
              </a:rPr>
              <a:t>ORDER DATA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EB8337D-559A-E6DD-EAC2-D1D6BD6A071E}"/>
              </a:ext>
            </a:extLst>
          </p:cNvPr>
          <p:cNvCxnSpPr/>
          <p:nvPr/>
        </p:nvCxnSpPr>
        <p:spPr>
          <a:xfrm flipV="1">
            <a:off x="3048000" y="2501900"/>
            <a:ext cx="2667000" cy="1943100"/>
          </a:xfrm>
          <a:prstGeom prst="line">
            <a:avLst/>
          </a:prstGeom>
          <a:ln w="2540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DD5CD69-E4A6-D98E-6D24-91B5A8DCB781}"/>
              </a:ext>
            </a:extLst>
          </p:cNvPr>
          <p:cNvSpPr txBox="1"/>
          <p:nvPr/>
        </p:nvSpPr>
        <p:spPr>
          <a:xfrm>
            <a:off x="3238500" y="2286000"/>
            <a:ext cx="2286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t>Manage Register / Request to Login</a:t>
            </a:r>
            <a:endParaRPr lang="en-IN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FE6CD86-9075-24DA-AA99-E83B41323534}"/>
              </a:ext>
            </a:extLst>
          </p:cNvPr>
          <p:cNvCxnSpPr/>
          <p:nvPr/>
        </p:nvCxnSpPr>
        <p:spPr>
          <a:xfrm flipH="1">
            <a:off x="3048000" y="2882900"/>
            <a:ext cx="2667000" cy="1917700"/>
          </a:xfrm>
          <a:prstGeom prst="line">
            <a:avLst/>
          </a:prstGeom>
          <a:ln w="2540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CB1F32B-D6F1-B806-27CF-41AC90B458D6}"/>
              </a:ext>
            </a:extLst>
          </p:cNvPr>
          <p:cNvSpPr txBox="1"/>
          <p:nvPr/>
        </p:nvSpPr>
        <p:spPr>
          <a:xfrm>
            <a:off x="3810000" y="3238500"/>
            <a:ext cx="1397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200">
                <a:solidFill>
                  <a:srgbClr val="000000"/>
                </a:solidFill>
                <a:latin typeface="Times New Roman" panose="02020603050405020304" pitchFamily="18" charset="0"/>
              </a:rPr>
              <a:t>Login Result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BF7048E-09B4-A75B-5B5F-757996CDB735}"/>
              </a:ext>
            </a:extLst>
          </p:cNvPr>
          <p:cNvCxnSpPr/>
          <p:nvPr/>
        </p:nvCxnSpPr>
        <p:spPr>
          <a:xfrm>
            <a:off x="7620000" y="2501900"/>
            <a:ext cx="3810000" cy="0"/>
          </a:xfrm>
          <a:prstGeom prst="line">
            <a:avLst/>
          </a:prstGeom>
          <a:ln w="2540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B98470E-6DA3-369B-807C-118AA0DD9B2B}"/>
              </a:ext>
            </a:extLst>
          </p:cNvPr>
          <p:cNvSpPr txBox="1"/>
          <p:nvPr/>
        </p:nvSpPr>
        <p:spPr>
          <a:xfrm>
            <a:off x="8890000" y="2159000"/>
            <a:ext cx="1143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200">
                <a:solidFill>
                  <a:srgbClr val="000000"/>
                </a:solidFill>
                <a:latin typeface="Times New Roman" panose="02020603050405020304" pitchFamily="18" charset="0"/>
              </a:rPr>
              <a:t>Request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5502BD7-1415-BF42-9B6C-62D5355088BE}"/>
              </a:ext>
            </a:extLst>
          </p:cNvPr>
          <p:cNvCxnSpPr/>
          <p:nvPr/>
        </p:nvCxnSpPr>
        <p:spPr>
          <a:xfrm flipH="1">
            <a:off x="7620000" y="2819400"/>
            <a:ext cx="3810000" cy="0"/>
          </a:xfrm>
          <a:prstGeom prst="line">
            <a:avLst/>
          </a:prstGeom>
          <a:ln w="2540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FBCED453-F89F-3416-601B-2A1CF56661BF}"/>
              </a:ext>
            </a:extLst>
          </p:cNvPr>
          <p:cNvSpPr txBox="1"/>
          <p:nvPr/>
        </p:nvSpPr>
        <p:spPr>
          <a:xfrm>
            <a:off x="8890000" y="2857500"/>
            <a:ext cx="1397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200">
                <a:solidFill>
                  <a:srgbClr val="000000"/>
                </a:solidFill>
                <a:latin typeface="Times New Roman" panose="02020603050405020304" pitchFamily="18" charset="0"/>
              </a:rPr>
              <a:t>Show Requests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796DDB7-8A4B-C709-23BB-A0318847ECC5}"/>
              </a:ext>
            </a:extLst>
          </p:cNvPr>
          <p:cNvCxnSpPr/>
          <p:nvPr/>
        </p:nvCxnSpPr>
        <p:spPr>
          <a:xfrm flipV="1">
            <a:off x="3048000" y="4025900"/>
            <a:ext cx="2667000" cy="609600"/>
          </a:xfrm>
          <a:prstGeom prst="line">
            <a:avLst/>
          </a:prstGeom>
          <a:ln w="2540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59091B9C-6FA5-EB55-73C4-17FBF7589FBC}"/>
              </a:ext>
            </a:extLst>
          </p:cNvPr>
          <p:cNvSpPr txBox="1"/>
          <p:nvPr/>
        </p:nvSpPr>
        <p:spPr>
          <a:xfrm>
            <a:off x="3238500" y="3810000"/>
            <a:ext cx="228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200">
                <a:solidFill>
                  <a:srgbClr val="000000"/>
                </a:solidFill>
                <a:latin typeface="Times New Roman" panose="02020603050405020304" pitchFamily="18" charset="0"/>
              </a:rPr>
              <a:t>Request to Manage Patients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9FF25F6-D458-01EA-236E-091795183A3D}"/>
              </a:ext>
            </a:extLst>
          </p:cNvPr>
          <p:cNvCxnSpPr/>
          <p:nvPr/>
        </p:nvCxnSpPr>
        <p:spPr>
          <a:xfrm flipH="1">
            <a:off x="3048000" y="4508500"/>
            <a:ext cx="2667000" cy="469900"/>
          </a:xfrm>
          <a:prstGeom prst="line">
            <a:avLst/>
          </a:prstGeom>
          <a:ln w="2540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092A8DB4-24C1-80AD-ABDE-758B42BAEE5B}"/>
              </a:ext>
            </a:extLst>
          </p:cNvPr>
          <p:cNvSpPr txBox="1"/>
          <p:nvPr/>
        </p:nvSpPr>
        <p:spPr>
          <a:xfrm>
            <a:off x="3302000" y="4546600"/>
            <a:ext cx="20955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200">
                <a:solidFill>
                  <a:srgbClr val="000000"/>
                </a:solidFill>
                <a:latin typeface="Times New Roman" panose="02020603050405020304" pitchFamily="18" charset="0"/>
              </a:rPr>
              <a:t>Display Patient Records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E252249-362C-F49C-AC66-4A10A85EF759}"/>
              </a:ext>
            </a:extLst>
          </p:cNvPr>
          <p:cNvCxnSpPr/>
          <p:nvPr/>
        </p:nvCxnSpPr>
        <p:spPr>
          <a:xfrm>
            <a:off x="7620000" y="4025900"/>
            <a:ext cx="4254500" cy="0"/>
          </a:xfrm>
          <a:prstGeom prst="line">
            <a:avLst/>
          </a:prstGeom>
          <a:ln w="2540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C0D01B23-E3ED-3AE8-ADEE-FDBD3A9F4BD4}"/>
              </a:ext>
            </a:extLst>
          </p:cNvPr>
          <p:cNvSpPr txBox="1"/>
          <p:nvPr/>
        </p:nvSpPr>
        <p:spPr>
          <a:xfrm>
            <a:off x="9017000" y="3683000"/>
            <a:ext cx="1397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200">
                <a:solidFill>
                  <a:srgbClr val="000000"/>
                </a:solidFill>
                <a:latin typeface="Times New Roman" panose="02020603050405020304" pitchFamily="18" charset="0"/>
              </a:rPr>
              <a:t>Patient Details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C21F9E1-B048-0607-6611-D02A0E9CC0CE}"/>
              </a:ext>
            </a:extLst>
          </p:cNvPr>
          <p:cNvCxnSpPr/>
          <p:nvPr/>
        </p:nvCxnSpPr>
        <p:spPr>
          <a:xfrm flipH="1">
            <a:off x="7620000" y="4343400"/>
            <a:ext cx="4254500" cy="0"/>
          </a:xfrm>
          <a:prstGeom prst="line">
            <a:avLst/>
          </a:prstGeom>
          <a:ln w="2540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E137236A-CA7F-A9BE-767B-FE015C6D0D06}"/>
              </a:ext>
            </a:extLst>
          </p:cNvPr>
          <p:cNvSpPr txBox="1"/>
          <p:nvPr/>
        </p:nvSpPr>
        <p:spPr>
          <a:xfrm>
            <a:off x="9144000" y="4381500"/>
            <a:ext cx="127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200">
                <a:solidFill>
                  <a:srgbClr val="000000"/>
                </a:solidFill>
                <a:latin typeface="Times New Roman" panose="02020603050405020304" pitchFamily="18" charset="0"/>
              </a:rPr>
              <a:t>Show Data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8E0414B-900A-6EF8-E886-FAE88DA9D10E}"/>
              </a:ext>
            </a:extLst>
          </p:cNvPr>
          <p:cNvCxnSpPr/>
          <p:nvPr/>
        </p:nvCxnSpPr>
        <p:spPr>
          <a:xfrm>
            <a:off x="3048000" y="4851400"/>
            <a:ext cx="2667000" cy="698500"/>
          </a:xfrm>
          <a:prstGeom prst="line">
            <a:avLst/>
          </a:prstGeom>
          <a:ln w="2540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FA85716A-9A74-3777-89F0-E54355C07E34}"/>
              </a:ext>
            </a:extLst>
          </p:cNvPr>
          <p:cNvSpPr txBox="1"/>
          <p:nvPr/>
        </p:nvSpPr>
        <p:spPr>
          <a:xfrm>
            <a:off x="3175000" y="5359400"/>
            <a:ext cx="2413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200">
                <a:solidFill>
                  <a:srgbClr val="000000"/>
                </a:solidFill>
                <a:latin typeface="Times New Roman" panose="02020603050405020304" pitchFamily="18" charset="0"/>
              </a:rPr>
              <a:t>Request to Manage Appointments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457F5B5-E621-FF10-C625-0977983EB877}"/>
              </a:ext>
            </a:extLst>
          </p:cNvPr>
          <p:cNvCxnSpPr/>
          <p:nvPr/>
        </p:nvCxnSpPr>
        <p:spPr>
          <a:xfrm flipH="1" flipV="1">
            <a:off x="3048000" y="5143500"/>
            <a:ext cx="2667000" cy="889000"/>
          </a:xfrm>
          <a:prstGeom prst="line">
            <a:avLst/>
          </a:prstGeom>
          <a:ln w="2540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DA0DDC92-3A7C-3B9D-4D0A-7ED6AA04E599}"/>
              </a:ext>
            </a:extLst>
          </p:cNvPr>
          <p:cNvSpPr txBox="1"/>
          <p:nvPr/>
        </p:nvSpPr>
        <p:spPr>
          <a:xfrm>
            <a:off x="3175000" y="6070600"/>
            <a:ext cx="228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200">
                <a:solidFill>
                  <a:srgbClr val="000000"/>
                </a:solidFill>
                <a:latin typeface="Times New Roman" panose="02020603050405020304" pitchFamily="18" charset="0"/>
              </a:rPr>
              <a:t>Display Appointment Status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DD5A46A-BE99-8DA0-B22B-AEFE8CEAD389}"/>
              </a:ext>
            </a:extLst>
          </p:cNvPr>
          <p:cNvCxnSpPr/>
          <p:nvPr/>
        </p:nvCxnSpPr>
        <p:spPr>
          <a:xfrm>
            <a:off x="7620000" y="5549900"/>
            <a:ext cx="3810000" cy="0"/>
          </a:xfrm>
          <a:prstGeom prst="line">
            <a:avLst/>
          </a:prstGeom>
          <a:ln w="2540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8A9DF806-FEC3-BE09-845E-D04BC2B6EC98}"/>
              </a:ext>
            </a:extLst>
          </p:cNvPr>
          <p:cNvSpPr txBox="1"/>
          <p:nvPr/>
        </p:nvSpPr>
        <p:spPr>
          <a:xfrm>
            <a:off x="8890000" y="5207000"/>
            <a:ext cx="1651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200">
                <a:solidFill>
                  <a:srgbClr val="000000"/>
                </a:solidFill>
                <a:latin typeface="Times New Roman" panose="02020603050405020304" pitchFamily="18" charset="0"/>
              </a:rPr>
              <a:t>Appointment Details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9175007-A085-1E00-18F0-F1F48E722502}"/>
              </a:ext>
            </a:extLst>
          </p:cNvPr>
          <p:cNvCxnSpPr/>
          <p:nvPr/>
        </p:nvCxnSpPr>
        <p:spPr>
          <a:xfrm flipH="1">
            <a:off x="7620000" y="5867400"/>
            <a:ext cx="3810000" cy="0"/>
          </a:xfrm>
          <a:prstGeom prst="line">
            <a:avLst/>
          </a:prstGeom>
          <a:ln w="2540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4EC6CA74-DA05-57AD-51D9-4BFA91617010}"/>
              </a:ext>
            </a:extLst>
          </p:cNvPr>
          <p:cNvSpPr txBox="1"/>
          <p:nvPr/>
        </p:nvSpPr>
        <p:spPr>
          <a:xfrm>
            <a:off x="9017000" y="5905500"/>
            <a:ext cx="127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200">
                <a:solidFill>
                  <a:srgbClr val="000000"/>
                </a:solidFill>
                <a:latin typeface="Times New Roman" panose="02020603050405020304" pitchFamily="18" charset="0"/>
              </a:rPr>
              <a:t>Show Status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113AE04A-2F08-6054-7211-8CB843E21243}"/>
              </a:ext>
            </a:extLst>
          </p:cNvPr>
          <p:cNvCxnSpPr/>
          <p:nvPr/>
        </p:nvCxnSpPr>
        <p:spPr>
          <a:xfrm>
            <a:off x="3048000" y="5054600"/>
            <a:ext cx="2667000" cy="2019300"/>
          </a:xfrm>
          <a:prstGeom prst="line">
            <a:avLst/>
          </a:prstGeom>
          <a:ln w="2540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ED9D5506-3DEF-3CDF-59B7-F8E52F598910}"/>
              </a:ext>
            </a:extLst>
          </p:cNvPr>
          <p:cNvSpPr txBox="1"/>
          <p:nvPr/>
        </p:nvSpPr>
        <p:spPr>
          <a:xfrm>
            <a:off x="3238500" y="6921500"/>
            <a:ext cx="22225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200">
                <a:solidFill>
                  <a:srgbClr val="000000"/>
                </a:solidFill>
                <a:latin typeface="Times New Roman" panose="02020603050405020304" pitchFamily="18" charset="0"/>
              </a:rPr>
              <a:t>Request to Manage Orders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D5643A0B-B30B-D24E-45B1-12E0DD0F5F15}"/>
              </a:ext>
            </a:extLst>
          </p:cNvPr>
          <p:cNvCxnSpPr/>
          <p:nvPr/>
        </p:nvCxnSpPr>
        <p:spPr>
          <a:xfrm flipH="1" flipV="1">
            <a:off x="3048000" y="5308600"/>
            <a:ext cx="2667000" cy="2247900"/>
          </a:xfrm>
          <a:prstGeom prst="line">
            <a:avLst/>
          </a:prstGeom>
          <a:ln w="2540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864D0CE0-668C-FD79-9316-B7D5FBE6DB25}"/>
              </a:ext>
            </a:extLst>
          </p:cNvPr>
          <p:cNvSpPr txBox="1"/>
          <p:nvPr/>
        </p:nvSpPr>
        <p:spPr>
          <a:xfrm>
            <a:off x="3429000" y="7594600"/>
            <a:ext cx="1905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200">
                <a:solidFill>
                  <a:srgbClr val="000000"/>
                </a:solidFill>
                <a:latin typeface="Times New Roman" panose="02020603050405020304" pitchFamily="18" charset="0"/>
              </a:rPr>
              <a:t>Display Order Status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55BFB254-45A8-6A70-DF70-2469E49ADA90}"/>
              </a:ext>
            </a:extLst>
          </p:cNvPr>
          <p:cNvCxnSpPr/>
          <p:nvPr/>
        </p:nvCxnSpPr>
        <p:spPr>
          <a:xfrm>
            <a:off x="7620000" y="7073900"/>
            <a:ext cx="4191000" cy="0"/>
          </a:xfrm>
          <a:prstGeom prst="line">
            <a:avLst/>
          </a:prstGeom>
          <a:ln w="2540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86F410F9-7B54-3050-1DD8-D845C5834DD6}"/>
              </a:ext>
            </a:extLst>
          </p:cNvPr>
          <p:cNvSpPr txBox="1"/>
          <p:nvPr/>
        </p:nvSpPr>
        <p:spPr>
          <a:xfrm>
            <a:off x="9017000" y="6731000"/>
            <a:ext cx="1397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200">
                <a:solidFill>
                  <a:srgbClr val="000000"/>
                </a:solidFill>
                <a:latin typeface="Times New Roman" panose="02020603050405020304" pitchFamily="18" charset="0"/>
              </a:rPr>
              <a:t>Order Details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C88A8AE5-F814-9E37-4394-4661E45F91DA}"/>
              </a:ext>
            </a:extLst>
          </p:cNvPr>
          <p:cNvCxnSpPr/>
          <p:nvPr/>
        </p:nvCxnSpPr>
        <p:spPr>
          <a:xfrm flipH="1">
            <a:off x="7620000" y="7391400"/>
            <a:ext cx="4191000" cy="0"/>
          </a:xfrm>
          <a:prstGeom prst="line">
            <a:avLst/>
          </a:prstGeom>
          <a:ln w="2540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832B2A7F-F852-27D0-06E7-E84D3791E073}"/>
              </a:ext>
            </a:extLst>
          </p:cNvPr>
          <p:cNvSpPr txBox="1"/>
          <p:nvPr/>
        </p:nvSpPr>
        <p:spPr>
          <a:xfrm>
            <a:off x="9080500" y="7429500"/>
            <a:ext cx="127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200">
                <a:solidFill>
                  <a:srgbClr val="000000"/>
                </a:solidFill>
                <a:latin typeface="Times New Roman" panose="02020603050405020304" pitchFamily="18" charset="0"/>
              </a:rPr>
              <a:t>Show Orders</a:t>
            </a:r>
          </a:p>
        </p:txBody>
      </p:sp>
    </p:spTree>
    <p:extLst>
      <p:ext uri="{BB962C8B-B14F-4D97-AF65-F5344CB8AC3E}">
        <p14:creationId xmlns:p14="http://schemas.microsoft.com/office/powerpoint/2010/main" val="2399951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220</Words>
  <Application>Microsoft Office PowerPoint</Application>
  <PresentationFormat>Custom</PresentationFormat>
  <Paragraphs>85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Shreyansh Verma</dc:creator>
  <cp:lastModifiedBy>Shreyansh Verma</cp:lastModifiedBy>
  <cp:revision>1</cp:revision>
  <dcterms:created xsi:type="dcterms:W3CDTF">2026-04-21T08:56:13Z</dcterms:created>
  <dcterms:modified xsi:type="dcterms:W3CDTF">2026-04-21T08:56:13Z</dcterms:modified>
</cp:coreProperties>
</file>