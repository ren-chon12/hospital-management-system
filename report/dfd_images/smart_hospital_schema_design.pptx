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780000" cy="1270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3BE4-105E-9225-EC26-DC6C67109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2500" y="2078450"/>
            <a:ext cx="13335000" cy="442148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9F064-5822-563C-F5C7-77C3878B0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2500" y="6670441"/>
            <a:ext cx="13335000" cy="30662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BE773-E0E9-DFCF-E704-36F8AD751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38B2-9C1A-F5DB-4F4E-29034562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D0D83-C680-18E4-D71B-0EF1DE05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1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C01D-DDB0-4E1F-5353-C114EF57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D227A-7D7B-0F85-42AD-9E62EBD82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0E007-62B6-BBA0-2859-9306A127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D6AF5-5C08-3F07-CE66-ED2A18A7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78466-283D-F00F-27EC-47C72759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29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27F9-BE0D-6565-E612-0CE37A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115" y="3166184"/>
            <a:ext cx="15335250" cy="528284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30312-DDC7-4865-C426-998CB4290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3115" y="8499008"/>
            <a:ext cx="15335250" cy="27781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3F425-8482-9B1E-DEF1-4360867B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F4EE7-377A-5B05-5903-E0A0997C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968B2-3D04-B416-277A-678EB2FC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92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BD10-F986-66CD-B804-A4946CE0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022C4-516A-C7CB-D011-CC0FDC7FE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2375" y="3380787"/>
            <a:ext cx="7556500" cy="8058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979CA-79A7-B30C-D8F9-C45254594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01125" y="3380787"/>
            <a:ext cx="7556500" cy="8058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3AF92-36EE-9542-77F6-CFFD9E74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6CBD0-6EB9-4162-956C-FBCF45A3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2DAAD-E338-D355-0B24-72B7F3C9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15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60AA-DF5F-1379-DDD8-8846CD88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691" y="676160"/>
            <a:ext cx="15335250" cy="24547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031A2-19CD-71B0-A661-B5ACB5DEB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4692" y="3113265"/>
            <a:ext cx="7521773" cy="1525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7CB89-2262-1F01-5CAE-C708E2C2C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4692" y="4639028"/>
            <a:ext cx="7521773" cy="6823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A0B41-8070-6388-8BB8-AA4997BBF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001125" y="3113265"/>
            <a:ext cx="7558816" cy="1525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C28DF1-4C90-A703-4C52-014AEEE7C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001125" y="4639028"/>
            <a:ext cx="7558816" cy="68233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2CBBE-02C6-FF8B-55A3-291EFC8C1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71F5E-953B-DE63-5661-96991B8C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9E8A3-78C3-2753-BC59-ECF8A7E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51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1F600-5AF7-908D-9B68-9145F2F9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0CCFF-5786-9655-352A-0848536B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3DC94-73DD-B97B-C7C5-BA0FC7A80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66D5-7A12-8E47-4AA2-C89C65B3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41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8B9F9-D8F8-6A26-773E-CE83FA5E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12EAA-2137-4879-B271-FD62C7C1C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AD9CC-0B8D-AA47-7A4E-5F0623BC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4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B64BA-3BD6-CB42-8A47-412431DD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692" y="846667"/>
            <a:ext cx="5734512" cy="29633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5F161-F20B-5386-97EC-01213DF12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8817" y="1828568"/>
            <a:ext cx="9001125" cy="90252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D66C6-FBD6-5EFF-62BD-03E433218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4692" y="3810000"/>
            <a:ext cx="5734512" cy="7058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7A26E-4B1E-DD54-2056-F2945FC4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DA0EC-809E-927F-9536-24ACB637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7276C-5194-CE03-C0EB-269E8421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47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CA5B-693A-7786-C8D0-02F7617D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692" y="846667"/>
            <a:ext cx="5734512" cy="29633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987D12-C3C5-5913-2261-DF87F8C7D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58817" y="1828568"/>
            <a:ext cx="9001125" cy="90252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AD4E-CF51-6794-4C6E-41A2E4010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4692" y="3810000"/>
            <a:ext cx="5734512" cy="70584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D8574-0484-85A1-07FC-3A40AD1CA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ED982-F7E6-F820-523F-C8E6AEE8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A38A2-11EB-B17A-C77F-071B3253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31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9FE1-ED08-1885-DD98-BD5F959E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79EF33-01F9-FBC3-4463-4718522A7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54EA-AB80-7FBE-0D74-DE18A7F36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57344-35F0-0333-803F-CF8B140B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ACF49-1BF9-3CD3-2B6C-806125F16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32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BF8FD-FE50-E97C-0D73-1B1215135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723813" y="676157"/>
            <a:ext cx="3833813" cy="107626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7FC05-704A-0872-E18C-3AA30D872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22375" y="676157"/>
            <a:ext cx="11279188" cy="107626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6E68D-B83C-2C98-EF0D-E9798347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7F6B6-D15E-CC0C-64E9-6DC3BC15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CA11E-DD04-4725-A3EA-E52F9F496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729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57DED-251D-49F5-5234-FAF70160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75" y="676160"/>
            <a:ext cx="15335250" cy="2454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516F2-72F3-A4F0-A133-F59D2BF44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2375" y="3380787"/>
            <a:ext cx="15335250" cy="805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74AAF-AA01-03E2-BA70-E51D46D7C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22375" y="11771022"/>
            <a:ext cx="4000500" cy="676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DA8CE-FDE7-4C2B-B07C-2594582FF533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5F9BD-F059-EF24-0E89-56CFD44FA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89625" y="11771022"/>
            <a:ext cx="6000750" cy="676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8311-49A6-4495-AEF5-49E6BAC3D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557125" y="11771022"/>
            <a:ext cx="4000500" cy="6761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9ABA2-09A6-4255-A77B-79C6843839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FEA808-F421-8393-2259-0BC04EC36535}"/>
              </a:ext>
            </a:extLst>
          </p:cNvPr>
          <p:cNvSpPr txBox="1"/>
          <p:nvPr/>
        </p:nvSpPr>
        <p:spPr>
          <a:xfrm>
            <a:off x="4064000" y="317500"/>
            <a:ext cx="965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Schema Diagram - Smart Hospital Management System</a:t>
            </a:r>
            <a:endParaRPr lang="en-IN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5C3DC-C8E8-95BF-258F-0787BA3FC742}"/>
              </a:ext>
            </a:extLst>
          </p:cNvPr>
          <p:cNvSpPr/>
          <p:nvPr/>
        </p:nvSpPr>
        <p:spPr>
          <a:xfrm>
            <a:off x="762000" y="1397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48B57-8752-A08E-8040-6C814BA33545}"/>
              </a:ext>
            </a:extLst>
          </p:cNvPr>
          <p:cNvSpPr/>
          <p:nvPr/>
        </p:nvSpPr>
        <p:spPr>
          <a:xfrm>
            <a:off x="762000" y="1930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779A0-DA90-FDAD-746A-32214BD94BEB}"/>
              </a:ext>
            </a:extLst>
          </p:cNvPr>
          <p:cNvSpPr/>
          <p:nvPr/>
        </p:nvSpPr>
        <p:spPr>
          <a:xfrm>
            <a:off x="1320800" y="1930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user_id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6258A7-A8DB-8B4C-D843-88E75D65F57D}"/>
              </a:ext>
            </a:extLst>
          </p:cNvPr>
          <p:cNvSpPr/>
          <p:nvPr/>
        </p:nvSpPr>
        <p:spPr>
          <a:xfrm>
            <a:off x="762000" y="2336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284F01-C199-CD1C-7B42-ED1FC0BF24F1}"/>
              </a:ext>
            </a:extLst>
          </p:cNvPr>
          <p:cNvSpPr/>
          <p:nvPr/>
        </p:nvSpPr>
        <p:spPr>
          <a:xfrm>
            <a:off x="1320800" y="2336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name    VARCHAR(255)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A2061-FCE6-E1BA-7A83-9CAF84D19B74}"/>
              </a:ext>
            </a:extLst>
          </p:cNvPr>
          <p:cNvSpPr/>
          <p:nvPr/>
        </p:nvSpPr>
        <p:spPr>
          <a:xfrm>
            <a:off x="762000" y="2743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AC9F62-63D8-8583-2C05-DAFB935A6A21}"/>
              </a:ext>
            </a:extLst>
          </p:cNvPr>
          <p:cNvSpPr/>
          <p:nvPr/>
        </p:nvSpPr>
        <p:spPr>
          <a:xfrm>
            <a:off x="1320800" y="2743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email   VARCHAR(255)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BBBE59-26A5-4FAB-2377-62CA3327132F}"/>
              </a:ext>
            </a:extLst>
          </p:cNvPr>
          <p:cNvSpPr/>
          <p:nvPr/>
        </p:nvSpPr>
        <p:spPr>
          <a:xfrm>
            <a:off x="762000" y="3149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68055-09CE-78F4-E9D8-915076E51379}"/>
              </a:ext>
            </a:extLst>
          </p:cNvPr>
          <p:cNvSpPr/>
          <p:nvPr/>
        </p:nvSpPr>
        <p:spPr>
          <a:xfrm>
            <a:off x="1320800" y="3149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role    VARCHAR(50)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C8EEA4-1D96-EAEB-3051-E7F993BE92CF}"/>
              </a:ext>
            </a:extLst>
          </p:cNvPr>
          <p:cNvSpPr/>
          <p:nvPr/>
        </p:nvSpPr>
        <p:spPr>
          <a:xfrm>
            <a:off x="762000" y="3556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B64E9-4BDD-4EFB-7103-21B8BD6403D6}"/>
              </a:ext>
            </a:extLst>
          </p:cNvPr>
          <p:cNvSpPr/>
          <p:nvPr/>
        </p:nvSpPr>
        <p:spPr>
          <a:xfrm>
            <a:off x="1320800" y="3556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phone   VARCHAR(20)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0C44AC-02A2-699F-1F61-B23B66515299}"/>
              </a:ext>
            </a:extLst>
          </p:cNvPr>
          <p:cNvSpPr/>
          <p:nvPr/>
        </p:nvSpPr>
        <p:spPr>
          <a:xfrm>
            <a:off x="7239000" y="1397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patients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ED5D1C-D1B7-CCCC-A959-8735F9297CB7}"/>
              </a:ext>
            </a:extLst>
          </p:cNvPr>
          <p:cNvSpPr/>
          <p:nvPr/>
        </p:nvSpPr>
        <p:spPr>
          <a:xfrm>
            <a:off x="7239000" y="1930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2AED57-8E33-7A81-8A14-310C9FC9EB1D}"/>
              </a:ext>
            </a:extLst>
          </p:cNvPr>
          <p:cNvSpPr/>
          <p:nvPr/>
        </p:nvSpPr>
        <p:spPr>
          <a:xfrm>
            <a:off x="7797800" y="1930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patient_id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95E1A7-D86D-8774-B4E2-FF9BBE45421F}"/>
              </a:ext>
            </a:extLst>
          </p:cNvPr>
          <p:cNvSpPr/>
          <p:nvPr/>
        </p:nvSpPr>
        <p:spPr>
          <a:xfrm>
            <a:off x="7239000" y="2336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0B2DAD-2405-15FF-513F-5D214C360374}"/>
              </a:ext>
            </a:extLst>
          </p:cNvPr>
          <p:cNvSpPr/>
          <p:nvPr/>
        </p:nvSpPr>
        <p:spPr>
          <a:xfrm>
            <a:off x="7797800" y="2336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user_id    OBJECTID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55720-4CA9-0630-5C1E-74D32CCFA0C3}"/>
              </a:ext>
            </a:extLst>
          </p:cNvPr>
          <p:cNvSpPr/>
          <p:nvPr/>
        </p:nvSpPr>
        <p:spPr>
          <a:xfrm>
            <a:off x="7239000" y="2743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B8F22B-38E3-2080-C8D7-B7433EFB7093}"/>
              </a:ext>
            </a:extLst>
          </p:cNvPr>
          <p:cNvSpPr/>
          <p:nvPr/>
        </p:nvSpPr>
        <p:spPr>
          <a:xfrm>
            <a:off x="7797800" y="2743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age        INT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0A6570-2B70-2295-687E-68AC57E881CE}"/>
              </a:ext>
            </a:extLst>
          </p:cNvPr>
          <p:cNvSpPr/>
          <p:nvPr/>
        </p:nvSpPr>
        <p:spPr>
          <a:xfrm>
            <a:off x="7239000" y="3149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F56E63-4D7A-10F2-5285-AF9C96B2CD86}"/>
              </a:ext>
            </a:extLst>
          </p:cNvPr>
          <p:cNvSpPr/>
          <p:nvPr/>
        </p:nvSpPr>
        <p:spPr>
          <a:xfrm>
            <a:off x="7797800" y="3149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blood_group VARCHAR(10)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D32E8-846F-328C-AF3E-96809EBC7D08}"/>
              </a:ext>
            </a:extLst>
          </p:cNvPr>
          <p:cNvSpPr/>
          <p:nvPr/>
        </p:nvSpPr>
        <p:spPr>
          <a:xfrm>
            <a:off x="7239000" y="3556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5A984C-A5D3-0A0B-008B-910AD6DFC1B0}"/>
              </a:ext>
            </a:extLst>
          </p:cNvPr>
          <p:cNvSpPr/>
          <p:nvPr/>
        </p:nvSpPr>
        <p:spPr>
          <a:xfrm>
            <a:off x="7797800" y="3556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disease    VARCHAR(255)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A84FF4-46BD-9EAB-21F7-D0A4C7CBAFD2}"/>
              </a:ext>
            </a:extLst>
          </p:cNvPr>
          <p:cNvSpPr/>
          <p:nvPr/>
        </p:nvSpPr>
        <p:spPr>
          <a:xfrm>
            <a:off x="13716000" y="1397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appointments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2A25A3-1930-5D48-1C07-C4436C194B16}"/>
              </a:ext>
            </a:extLst>
          </p:cNvPr>
          <p:cNvSpPr/>
          <p:nvPr/>
        </p:nvSpPr>
        <p:spPr>
          <a:xfrm>
            <a:off x="13716000" y="1930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CA16D2-F00E-B1D7-1A72-1951F58D6A4C}"/>
              </a:ext>
            </a:extLst>
          </p:cNvPr>
          <p:cNvSpPr/>
          <p:nvPr/>
        </p:nvSpPr>
        <p:spPr>
          <a:xfrm>
            <a:off x="14274800" y="1930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appointment_id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245A6B-0450-43E3-F80F-27AC63CE9896}"/>
              </a:ext>
            </a:extLst>
          </p:cNvPr>
          <p:cNvSpPr/>
          <p:nvPr/>
        </p:nvSpPr>
        <p:spPr>
          <a:xfrm>
            <a:off x="13716000" y="2336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DC91B1-2FF3-0F09-3AF0-DF6F581BCF67}"/>
              </a:ext>
            </a:extLst>
          </p:cNvPr>
          <p:cNvSpPr/>
          <p:nvPr/>
        </p:nvSpPr>
        <p:spPr>
          <a:xfrm>
            <a:off x="14274800" y="2336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patient_id    OBJECTID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FAA3B0-6C89-FB8C-4AF3-37F780701707}"/>
              </a:ext>
            </a:extLst>
          </p:cNvPr>
          <p:cNvSpPr/>
          <p:nvPr/>
        </p:nvSpPr>
        <p:spPr>
          <a:xfrm>
            <a:off x="13716000" y="2743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AE24CC-4AE6-4D23-7816-5DEEC10981B6}"/>
              </a:ext>
            </a:extLst>
          </p:cNvPr>
          <p:cNvSpPr/>
          <p:nvPr/>
        </p:nvSpPr>
        <p:spPr>
          <a:xfrm>
            <a:off x="14274800" y="2743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doctor_id     OBJECTID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55E25C-0BE5-78C2-0136-055A13E8AB43}"/>
              </a:ext>
            </a:extLst>
          </p:cNvPr>
          <p:cNvSpPr/>
          <p:nvPr/>
        </p:nvSpPr>
        <p:spPr>
          <a:xfrm>
            <a:off x="13716000" y="3149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C70C39-221C-44C5-A3B1-F5771C80F609}"/>
              </a:ext>
            </a:extLst>
          </p:cNvPr>
          <p:cNvSpPr/>
          <p:nvPr/>
        </p:nvSpPr>
        <p:spPr>
          <a:xfrm>
            <a:off x="14274800" y="3149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date         DATE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7A5DFC-C3DC-B978-120E-A51A3EBD4C8C}"/>
              </a:ext>
            </a:extLst>
          </p:cNvPr>
          <p:cNvSpPr/>
          <p:nvPr/>
        </p:nvSpPr>
        <p:spPr>
          <a:xfrm>
            <a:off x="13716000" y="3556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B5F691-A7C8-2B04-DDC2-DDDB8130390C}"/>
              </a:ext>
            </a:extLst>
          </p:cNvPr>
          <p:cNvSpPr/>
          <p:nvPr/>
        </p:nvSpPr>
        <p:spPr>
          <a:xfrm>
            <a:off x="14274800" y="3556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status       VARCHAR(50)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A118810-0C31-900E-42CD-3CDB9C781ED8}"/>
              </a:ext>
            </a:extLst>
          </p:cNvPr>
          <p:cNvSpPr/>
          <p:nvPr/>
        </p:nvSpPr>
        <p:spPr>
          <a:xfrm>
            <a:off x="762000" y="5969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orders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2D9253-FDEA-A7B0-C41E-D021A44A2D68}"/>
              </a:ext>
            </a:extLst>
          </p:cNvPr>
          <p:cNvSpPr/>
          <p:nvPr/>
        </p:nvSpPr>
        <p:spPr>
          <a:xfrm>
            <a:off x="762000" y="6502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D46E88-D652-5FB0-D24C-2D7FDD3E6583}"/>
              </a:ext>
            </a:extLst>
          </p:cNvPr>
          <p:cNvSpPr/>
          <p:nvPr/>
        </p:nvSpPr>
        <p:spPr>
          <a:xfrm>
            <a:off x="1320800" y="6502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order_id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4619CCE-C52B-E83B-789F-004C93A89DD0}"/>
              </a:ext>
            </a:extLst>
          </p:cNvPr>
          <p:cNvSpPr/>
          <p:nvPr/>
        </p:nvSpPr>
        <p:spPr>
          <a:xfrm>
            <a:off x="762000" y="6908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F3364A-FFB1-94F5-11F6-D1859ECD586F}"/>
              </a:ext>
            </a:extLst>
          </p:cNvPr>
          <p:cNvSpPr/>
          <p:nvPr/>
        </p:nvSpPr>
        <p:spPr>
          <a:xfrm>
            <a:off x="1320800" y="6908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user_id      OBJECTID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500E95-B7C7-EB69-98D7-86D93AD8AE0B}"/>
              </a:ext>
            </a:extLst>
          </p:cNvPr>
          <p:cNvSpPr/>
          <p:nvPr/>
        </p:nvSpPr>
        <p:spPr>
          <a:xfrm>
            <a:off x="762000" y="7315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1640E0-0BB4-7B7B-B493-17BB49BE0CDC}"/>
              </a:ext>
            </a:extLst>
          </p:cNvPr>
          <p:cNvSpPr/>
          <p:nvPr/>
        </p:nvSpPr>
        <p:spPr>
          <a:xfrm>
            <a:off x="1320800" y="7315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total_amount DECIMAL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AFD413-20B1-DCC1-9277-CB8171160FE7}"/>
              </a:ext>
            </a:extLst>
          </p:cNvPr>
          <p:cNvSpPr/>
          <p:nvPr/>
        </p:nvSpPr>
        <p:spPr>
          <a:xfrm>
            <a:off x="762000" y="7721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AE8293-7822-012D-B385-B67B96B4D1B9}"/>
              </a:ext>
            </a:extLst>
          </p:cNvPr>
          <p:cNvSpPr/>
          <p:nvPr/>
        </p:nvSpPr>
        <p:spPr>
          <a:xfrm>
            <a:off x="1320800" y="7721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payment_method VARCHAR(50)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48E7EA-99D2-0982-8F5D-B5342FCBCD52}"/>
              </a:ext>
            </a:extLst>
          </p:cNvPr>
          <p:cNvSpPr/>
          <p:nvPr/>
        </p:nvSpPr>
        <p:spPr>
          <a:xfrm>
            <a:off x="762000" y="8128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48C9F8C-3E37-332C-FB0B-2195B6D20B11}"/>
              </a:ext>
            </a:extLst>
          </p:cNvPr>
          <p:cNvSpPr/>
          <p:nvPr/>
        </p:nvSpPr>
        <p:spPr>
          <a:xfrm>
            <a:off x="1320800" y="8128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order_status  VARCHAR(50)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7949F3-EC41-DD4E-D1C9-8D083628C1E4}"/>
              </a:ext>
            </a:extLst>
          </p:cNvPr>
          <p:cNvSpPr/>
          <p:nvPr/>
        </p:nvSpPr>
        <p:spPr>
          <a:xfrm>
            <a:off x="7239000" y="5969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messages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10D4A8-7F4C-DE5A-E694-4B858BA11737}"/>
              </a:ext>
            </a:extLst>
          </p:cNvPr>
          <p:cNvSpPr/>
          <p:nvPr/>
        </p:nvSpPr>
        <p:spPr>
          <a:xfrm>
            <a:off x="7239000" y="6502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C41B7B2-D99B-9A0A-2001-301C383FD2D3}"/>
              </a:ext>
            </a:extLst>
          </p:cNvPr>
          <p:cNvSpPr/>
          <p:nvPr/>
        </p:nvSpPr>
        <p:spPr>
          <a:xfrm>
            <a:off x="7797800" y="6502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message_id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800110-5B50-FFF1-BBAD-0D05A4F47EE8}"/>
              </a:ext>
            </a:extLst>
          </p:cNvPr>
          <p:cNvSpPr/>
          <p:nvPr/>
        </p:nvSpPr>
        <p:spPr>
          <a:xfrm>
            <a:off x="7239000" y="6908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5B6FA7-CF27-5F63-E068-4D6E82726F4C}"/>
              </a:ext>
            </a:extLst>
          </p:cNvPr>
          <p:cNvSpPr/>
          <p:nvPr/>
        </p:nvSpPr>
        <p:spPr>
          <a:xfrm>
            <a:off x="7797800" y="6908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sender_id    OBJECTID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E7EBD9-195C-873E-98D0-D54112A23D97}"/>
              </a:ext>
            </a:extLst>
          </p:cNvPr>
          <p:cNvSpPr/>
          <p:nvPr/>
        </p:nvSpPr>
        <p:spPr>
          <a:xfrm>
            <a:off x="7239000" y="7315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AC699F-32E7-D52C-BC19-0E83A8779921}"/>
              </a:ext>
            </a:extLst>
          </p:cNvPr>
          <p:cNvSpPr/>
          <p:nvPr/>
        </p:nvSpPr>
        <p:spPr>
          <a:xfrm>
            <a:off x="7797800" y="7315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receiver_id  OBJECTID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3D76131-2CE7-6AA4-B13A-1368E5B45B2D}"/>
              </a:ext>
            </a:extLst>
          </p:cNvPr>
          <p:cNvSpPr/>
          <p:nvPr/>
        </p:nvSpPr>
        <p:spPr>
          <a:xfrm>
            <a:off x="7239000" y="7721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F6E088D-F99A-E2A2-63B7-C2CDAD71668D}"/>
              </a:ext>
            </a:extLst>
          </p:cNvPr>
          <p:cNvSpPr/>
          <p:nvPr/>
        </p:nvSpPr>
        <p:spPr>
          <a:xfrm>
            <a:off x="7797800" y="7721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text        TEXT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893F1CC-D11B-E7C4-EB77-C4B757C504A2}"/>
              </a:ext>
            </a:extLst>
          </p:cNvPr>
          <p:cNvSpPr/>
          <p:nvPr/>
        </p:nvSpPr>
        <p:spPr>
          <a:xfrm>
            <a:off x="7239000" y="8128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4BB91F-B3AD-4FB4-E451-A8DF22743CB9}"/>
              </a:ext>
            </a:extLst>
          </p:cNvPr>
          <p:cNvSpPr/>
          <p:nvPr/>
        </p:nvSpPr>
        <p:spPr>
          <a:xfrm>
            <a:off x="7797800" y="8128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created_at  DATE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2D3EB15-979A-DF1D-E981-0339B3B67F3E}"/>
              </a:ext>
            </a:extLst>
          </p:cNvPr>
          <p:cNvSpPr/>
          <p:nvPr/>
        </p:nvSpPr>
        <p:spPr>
          <a:xfrm>
            <a:off x="13716000" y="59690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notifications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C1E770-E9BE-01D0-D721-D036CC42E8C9}"/>
              </a:ext>
            </a:extLst>
          </p:cNvPr>
          <p:cNvSpPr/>
          <p:nvPr/>
        </p:nvSpPr>
        <p:spPr>
          <a:xfrm>
            <a:off x="13716000" y="65024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4860DD-E9B1-D383-6544-C6A6406C28A8}"/>
              </a:ext>
            </a:extLst>
          </p:cNvPr>
          <p:cNvSpPr/>
          <p:nvPr/>
        </p:nvSpPr>
        <p:spPr>
          <a:xfrm>
            <a:off x="14274800" y="65024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notification_id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A29808A-F9BE-5B1B-7E01-AEDEC1DE8915}"/>
              </a:ext>
            </a:extLst>
          </p:cNvPr>
          <p:cNvSpPr/>
          <p:nvPr/>
        </p:nvSpPr>
        <p:spPr>
          <a:xfrm>
            <a:off x="13716000" y="69088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FD658E-6E1E-381F-886C-A360902EA9A7}"/>
              </a:ext>
            </a:extLst>
          </p:cNvPr>
          <p:cNvSpPr/>
          <p:nvPr/>
        </p:nvSpPr>
        <p:spPr>
          <a:xfrm>
            <a:off x="14274800" y="69088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user_id         OBJECTID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D6DB41-1EC7-627A-A689-A5662117CED4}"/>
              </a:ext>
            </a:extLst>
          </p:cNvPr>
          <p:cNvSpPr/>
          <p:nvPr/>
        </p:nvSpPr>
        <p:spPr>
          <a:xfrm>
            <a:off x="13716000" y="73152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6E414A6-9BCE-822F-FB70-37038FA7E5F9}"/>
              </a:ext>
            </a:extLst>
          </p:cNvPr>
          <p:cNvSpPr/>
          <p:nvPr/>
        </p:nvSpPr>
        <p:spPr>
          <a:xfrm>
            <a:off x="14274800" y="73152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title          VARCHAR(255)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F39599-5D99-F0C3-FF45-55FBE2D3B61E}"/>
              </a:ext>
            </a:extLst>
          </p:cNvPr>
          <p:cNvSpPr/>
          <p:nvPr/>
        </p:nvSpPr>
        <p:spPr>
          <a:xfrm>
            <a:off x="13716000" y="77216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331D31B-C5D1-1157-CA6E-F7B68B754037}"/>
              </a:ext>
            </a:extLst>
          </p:cNvPr>
          <p:cNvSpPr/>
          <p:nvPr/>
        </p:nvSpPr>
        <p:spPr>
          <a:xfrm>
            <a:off x="14274800" y="77216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message        TEXT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97D3A9E-1816-9396-70F1-BA49087A4607}"/>
              </a:ext>
            </a:extLst>
          </p:cNvPr>
          <p:cNvSpPr/>
          <p:nvPr/>
        </p:nvSpPr>
        <p:spPr>
          <a:xfrm>
            <a:off x="13716000" y="81280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FE92C2B-3863-0093-A267-AFADE99A13FA}"/>
              </a:ext>
            </a:extLst>
          </p:cNvPr>
          <p:cNvSpPr/>
          <p:nvPr/>
        </p:nvSpPr>
        <p:spPr>
          <a:xfrm>
            <a:off x="14274800" y="81280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read           BOOLEAN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76D5CE9-FB7D-2524-A048-F591AEC380C5}"/>
              </a:ext>
            </a:extLst>
          </p:cNvPr>
          <p:cNvSpPr/>
          <p:nvPr/>
        </p:nvSpPr>
        <p:spPr>
          <a:xfrm>
            <a:off x="7239000" y="9842500"/>
            <a:ext cx="3302000" cy="533400"/>
          </a:xfrm>
          <a:prstGeom prst="rect">
            <a:avLst/>
          </a:prstGeom>
          <a:solidFill>
            <a:srgbClr val="DCDCDC"/>
          </a:solidFill>
          <a:ln w="1905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uploads / reports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17BBC1E-7B08-02B9-DF42-7D800554B304}"/>
              </a:ext>
            </a:extLst>
          </p:cNvPr>
          <p:cNvSpPr/>
          <p:nvPr/>
        </p:nvSpPr>
        <p:spPr>
          <a:xfrm>
            <a:off x="7239000" y="103759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PK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8592FE1-2441-3FB6-093D-D093F41DBF48}"/>
              </a:ext>
            </a:extLst>
          </p:cNvPr>
          <p:cNvSpPr/>
          <p:nvPr/>
        </p:nvSpPr>
        <p:spPr>
          <a:xfrm>
            <a:off x="7797800" y="103759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report_id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7674E7-2B61-8F64-1528-4CDD8E80F6DC}"/>
              </a:ext>
            </a:extLst>
          </p:cNvPr>
          <p:cNvSpPr/>
          <p:nvPr/>
        </p:nvSpPr>
        <p:spPr>
          <a:xfrm>
            <a:off x="7239000" y="107823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>
                <a:solidFill>
                  <a:srgbClr val="000000"/>
                </a:solidFill>
                <a:latin typeface="Times New Roman" panose="02020603050405020304" pitchFamily="18" charset="0"/>
              </a:rPr>
              <a:t>FK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9FD081B-3D4D-02D7-94F0-03BB4B4A3521}"/>
              </a:ext>
            </a:extLst>
          </p:cNvPr>
          <p:cNvSpPr/>
          <p:nvPr/>
        </p:nvSpPr>
        <p:spPr>
          <a:xfrm>
            <a:off x="7797800" y="107823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patient_id   OBJECTID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CB1654E-ED73-FDC9-9E3B-A3DA68B6CC86}"/>
              </a:ext>
            </a:extLst>
          </p:cNvPr>
          <p:cNvSpPr/>
          <p:nvPr/>
        </p:nvSpPr>
        <p:spPr>
          <a:xfrm>
            <a:off x="7239000" y="111887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00A6E5D-D2CC-D96F-7AD7-D7F4C5A8353D}"/>
              </a:ext>
            </a:extLst>
          </p:cNvPr>
          <p:cNvSpPr/>
          <p:nvPr/>
        </p:nvSpPr>
        <p:spPr>
          <a:xfrm>
            <a:off x="7797800" y="111887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file_path    VARCHAR(255)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C1A455-F4DE-B057-3501-4B57B72422A7}"/>
              </a:ext>
            </a:extLst>
          </p:cNvPr>
          <p:cNvSpPr/>
          <p:nvPr/>
        </p:nvSpPr>
        <p:spPr>
          <a:xfrm>
            <a:off x="7239000" y="11595100"/>
            <a:ext cx="558800" cy="406400"/>
          </a:xfrm>
          <a:prstGeom prst="rect">
            <a:avLst/>
          </a:prstGeom>
          <a:solidFill>
            <a:srgbClr val="DDE9F4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991DDA9-95CD-C7FE-554B-F547B728066A}"/>
              </a:ext>
            </a:extLst>
          </p:cNvPr>
          <p:cNvSpPr/>
          <p:nvPr/>
        </p:nvSpPr>
        <p:spPr>
          <a:xfrm>
            <a:off x="7797800" y="11595100"/>
            <a:ext cx="2743200" cy="4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300">
                <a:solidFill>
                  <a:srgbClr val="000000"/>
                </a:solidFill>
                <a:latin typeface="Times New Roman" panose="02020603050405020304" pitchFamily="18" charset="0"/>
              </a:rPr>
              <a:t>uploaded_at  DATE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F18156D-17D2-1C96-F60D-8790B7EBB353}"/>
              </a:ext>
            </a:extLst>
          </p:cNvPr>
          <p:cNvCxnSpPr/>
          <p:nvPr/>
        </p:nvCxnSpPr>
        <p:spPr>
          <a:xfrm>
            <a:off x="4064000" y="2921000"/>
            <a:ext cx="31750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FE25D5B-538C-81F4-A52B-F6E9424A0A15}"/>
              </a:ext>
            </a:extLst>
          </p:cNvPr>
          <p:cNvCxnSpPr/>
          <p:nvPr/>
        </p:nvCxnSpPr>
        <p:spPr>
          <a:xfrm>
            <a:off x="10541000" y="2921000"/>
            <a:ext cx="31750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1A6E9B6-A8C6-017C-0C7D-B88AB0290A55}"/>
              </a:ext>
            </a:extLst>
          </p:cNvPr>
          <p:cNvCxnSpPr/>
          <p:nvPr/>
        </p:nvCxnSpPr>
        <p:spPr>
          <a:xfrm>
            <a:off x="2413000" y="3962400"/>
            <a:ext cx="0" cy="200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AF50B85-B73F-FE7A-B740-253DA45B8812}"/>
              </a:ext>
            </a:extLst>
          </p:cNvPr>
          <p:cNvCxnSpPr/>
          <p:nvPr/>
        </p:nvCxnSpPr>
        <p:spPr>
          <a:xfrm>
            <a:off x="4064000" y="3429000"/>
            <a:ext cx="3175000" cy="35560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25F5E8-0F71-C24F-D8CA-999D7055688F}"/>
              </a:ext>
            </a:extLst>
          </p:cNvPr>
          <p:cNvCxnSpPr/>
          <p:nvPr/>
        </p:nvCxnSpPr>
        <p:spPr>
          <a:xfrm>
            <a:off x="4064000" y="3937000"/>
            <a:ext cx="9652000" cy="31750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C7070E0-F75C-F1B9-2D40-47EF4AC49E71}"/>
              </a:ext>
            </a:extLst>
          </p:cNvPr>
          <p:cNvCxnSpPr/>
          <p:nvPr/>
        </p:nvCxnSpPr>
        <p:spPr>
          <a:xfrm>
            <a:off x="8890000" y="3962400"/>
            <a:ext cx="0" cy="58801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D4F543B-76DD-769A-4139-A06E418A4220}"/>
              </a:ext>
            </a:extLst>
          </p:cNvPr>
          <p:cNvCxnSpPr/>
          <p:nvPr/>
        </p:nvCxnSpPr>
        <p:spPr>
          <a:xfrm>
            <a:off x="14224000" y="3962400"/>
            <a:ext cx="0" cy="20066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9A93A76-33EB-CE7C-58A8-802F40C0FA94}"/>
              </a:ext>
            </a:extLst>
          </p:cNvPr>
          <p:cNvCxnSpPr/>
          <p:nvPr/>
        </p:nvCxnSpPr>
        <p:spPr>
          <a:xfrm>
            <a:off x="8890000" y="8534400"/>
            <a:ext cx="0" cy="1308100"/>
          </a:xfrm>
          <a:prstGeom prst="line">
            <a:avLst/>
          </a:prstGeom>
          <a:ln w="19050">
            <a:solidFill>
              <a:srgbClr val="000000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7EDAC6F-F75D-70BE-ED3B-56452F4CE5CF}"/>
              </a:ext>
            </a:extLst>
          </p:cNvPr>
          <p:cNvSpPr txBox="1"/>
          <p:nvPr/>
        </p:nvSpPr>
        <p:spPr>
          <a:xfrm>
            <a:off x="4572000" y="12128500"/>
            <a:ext cx="889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de-DE" sz="2000">
                <a:solidFill>
                  <a:srgbClr val="000000"/>
                </a:solidFill>
                <a:latin typeface="Times New Roman" panose="02020603050405020304" pitchFamily="18" charset="0"/>
              </a:rPr>
              <a:t>Schema Diagram - Smart Hospital Management System</a:t>
            </a:r>
            <a:endParaRPr lang="en-IN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0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2026-04-21T09:16:59Z</dcterms:created>
  <dcterms:modified xsi:type="dcterms:W3CDTF">2026-04-21T09:16:59Z</dcterms:modified>
</cp:coreProperties>
</file>