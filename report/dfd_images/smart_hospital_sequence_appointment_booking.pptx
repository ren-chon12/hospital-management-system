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1778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99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6C6D-6750-60C8-C1D5-BCEEBF86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2909830"/>
            <a:ext cx="12192000" cy="619007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DAD13-3A3E-A83D-BCF8-7958D4BB6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9338617"/>
            <a:ext cx="12192000" cy="429271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23400-2237-FA7F-D0E2-3FC31361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8A23D-2BD9-5CEB-D6FD-219034E9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7D25-4983-5469-12D5-CCE12F41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09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5FCC-135B-B460-50E1-1B371643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D29D-013C-88C7-928A-295B1843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27849-0E98-1319-9472-0992ACC9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481FF-B753-0599-64F2-F625D48A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0773-75DB-C9DD-4D11-026822D4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86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4EA1-205C-94D3-3A1B-BE91D9B0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4432658"/>
            <a:ext cx="14020800" cy="7395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C9F67-73AD-E068-8006-35DD730F2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11898612"/>
            <a:ext cx="14020800" cy="3889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CC983-A255-85DB-F2A8-88DBB15D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596EB-53FC-FC59-0102-9336A747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8DF9-ACC2-3138-D83B-267003B6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55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8D89-C267-7E32-E484-775D17FE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08BD-2998-FC63-D5D5-2E2BDC82C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4733102"/>
            <a:ext cx="6908800" cy="11281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5DEF5-9D88-3ABD-36C0-739F31281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4733102"/>
            <a:ext cx="6908800" cy="11281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26672-CC74-BEBD-1C9D-876C1EF6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315DB-5746-EA71-2474-4329D73A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43700-03FF-DC3D-8321-9F258AA8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2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E39A-9253-A668-68B8-A99A5220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946624"/>
            <a:ext cx="14020800" cy="34366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342C2-7FAB-4C0F-9D72-BBC9DAC39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4358571"/>
            <a:ext cx="6877049" cy="21360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21870-D5AE-B5B0-A486-1AFCA0DA2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6494639"/>
            <a:ext cx="6877049" cy="95526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5E8B3-8157-71D5-7FD4-1D581771C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4358571"/>
            <a:ext cx="6910917" cy="21360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B8E51-E195-634D-CD42-588DD0943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6494639"/>
            <a:ext cx="6910917" cy="95526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F9C6F-0B74-5440-82BD-D5747528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54DBC-2100-FEB4-5A02-57AB08C9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55178-E8BD-682E-EFF3-2C3D4CB9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90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78199-FC7D-94D9-07D7-BB954740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1EB4D-9DD9-C370-539A-DC882945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20234-5A8D-1451-723A-9CDA8B13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4A1DF-2007-8535-D8CA-A8F29FA8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7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B0B65-9979-D8D3-C1D9-E6EC20BB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2880C-43CF-A949-138A-1C62B5A3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8287-0C50-6DD0-5FB5-AE821678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8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098F-4AD0-0111-CDA1-206D59B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1185333"/>
            <a:ext cx="5242983" cy="41486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12566-CA1E-2A39-630A-55354548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2559995"/>
            <a:ext cx="8229600" cy="126353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195C1-8D94-BC8D-8B01-3B5AD4640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5334000"/>
            <a:ext cx="5242983" cy="98818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0F3C9-7D53-542C-D20B-EEF24956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E636C-007A-63C7-2EFD-694C3182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7002E-09FE-148E-8348-3E43784A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8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7309-B8DC-B25E-8948-4DD47518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1185333"/>
            <a:ext cx="5242983" cy="41486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D9E7C-F4EB-AD04-D5A0-DB822A6D1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2559995"/>
            <a:ext cx="8229600" cy="126353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E7EB6-4DBF-418C-BAD2-55BD83AD4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5334000"/>
            <a:ext cx="5242983" cy="98818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D1CF4-CB08-18F2-0464-83F24B15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39F3D-39BA-7F30-DC46-431A1863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8794C-6ABC-EA03-1671-D1F76260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49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F4A6-340D-A8AB-E9CE-CD00BC76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5343F-0D50-50C4-D142-56BD9CE9F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D28C2-3140-1126-6816-794533D0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9E8E-D757-C050-526D-448A2EB3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B307-46CB-0486-45AC-1A443FA3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81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043ABF-CEAB-9506-7584-36B342BFB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946620"/>
            <a:ext cx="3505200" cy="150677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289D1-8C8C-380A-F0C4-569E2BB19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946620"/>
            <a:ext cx="10312400" cy="150677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2207B-1EDC-BA7E-3490-2363D6D6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6212E-A957-7C8D-B925-F8056FAB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4831-4988-9B5D-87FC-994B9786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61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C08A0-FF6B-B8D3-2DAA-3876AA06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946624"/>
            <a:ext cx="14020800" cy="343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F55A9-76B0-DBF4-F4BC-223253017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4733102"/>
            <a:ext cx="14020800" cy="1128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0F54D-6A64-6EE8-BF87-4E60831A6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16479430"/>
            <a:ext cx="3657600" cy="9466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38D9A-98AF-4E3F-A781-603FDBE45E1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EE64F-3FB6-7DF4-12D1-903EE92A6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16479430"/>
            <a:ext cx="5486400" cy="9466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E2614-5EA1-8E47-FEB8-452874EF8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16479430"/>
            <a:ext cx="3657600" cy="9466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097FF-E291-4B63-BF7E-7248B805F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1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A1B338-B4D3-ABB3-6C4B-089D352E61D0}"/>
              </a:ext>
            </a:extLst>
          </p:cNvPr>
          <p:cNvSpPr txBox="1"/>
          <p:nvPr/>
        </p:nvSpPr>
        <p:spPr>
          <a:xfrm>
            <a:off x="698500" y="444500"/>
            <a:ext cx="914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5B. SEQUENCE DIAGRAM (Patient Books Appointment)</a:t>
            </a:r>
            <a:endParaRPr lang="en-IN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AAF48-4066-E9E8-27F7-986F8F8D1007}"/>
              </a:ext>
            </a:extLst>
          </p:cNvPr>
          <p:cNvSpPr txBox="1"/>
          <p:nvPr/>
        </p:nvSpPr>
        <p:spPr>
          <a:xfrm>
            <a:off x="698500" y="1079500"/>
            <a:ext cx="990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>
                <a:solidFill>
                  <a:srgbClr val="000000"/>
                </a:solidFill>
                <a:latin typeface="Times New Roman" panose="02020603050405020304" pitchFamily="18" charset="0"/>
              </a:rPr>
              <a:t>Patient -&gt; UI -&gt; Backend API -&gt; Database -&gt; Backend API -&gt; UI -&gt; Patient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6765CB-0A12-F0D9-9A40-89B5FE1BED46}"/>
              </a:ext>
            </a:extLst>
          </p:cNvPr>
          <p:cNvSpPr/>
          <p:nvPr/>
        </p:nvSpPr>
        <p:spPr>
          <a:xfrm>
            <a:off x="1016000" y="2159000"/>
            <a:ext cx="1905000" cy="584200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Patient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91D59-3C4A-D47B-5B7B-A12E8F1A0467}"/>
              </a:ext>
            </a:extLst>
          </p:cNvPr>
          <p:cNvCxnSpPr/>
          <p:nvPr/>
        </p:nvCxnSpPr>
        <p:spPr>
          <a:xfrm>
            <a:off x="1968500" y="2743200"/>
            <a:ext cx="0" cy="10147300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D74B736-FB5B-6D86-28E8-FF787B976922}"/>
              </a:ext>
            </a:extLst>
          </p:cNvPr>
          <p:cNvSpPr/>
          <p:nvPr/>
        </p:nvSpPr>
        <p:spPr>
          <a:xfrm>
            <a:off x="4064000" y="2159000"/>
            <a:ext cx="1905000" cy="584200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UI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2A1DBD-1A39-7C25-1B84-EF6DFB625F84}"/>
              </a:ext>
            </a:extLst>
          </p:cNvPr>
          <p:cNvCxnSpPr/>
          <p:nvPr/>
        </p:nvCxnSpPr>
        <p:spPr>
          <a:xfrm>
            <a:off x="5016500" y="2743200"/>
            <a:ext cx="0" cy="10147300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E9CE07B-7D37-6344-82E8-56AC12080173}"/>
              </a:ext>
            </a:extLst>
          </p:cNvPr>
          <p:cNvSpPr/>
          <p:nvPr/>
        </p:nvSpPr>
        <p:spPr>
          <a:xfrm>
            <a:off x="7112000" y="2159000"/>
            <a:ext cx="1905000" cy="584200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Backend API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5D39E2-7485-82E1-70E8-3C16B92B4432}"/>
              </a:ext>
            </a:extLst>
          </p:cNvPr>
          <p:cNvCxnSpPr/>
          <p:nvPr/>
        </p:nvCxnSpPr>
        <p:spPr>
          <a:xfrm>
            <a:off x="8064500" y="2743200"/>
            <a:ext cx="0" cy="10147300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EDE6E37-B6F2-D2AD-AD32-FE69A64DDAC6}"/>
              </a:ext>
            </a:extLst>
          </p:cNvPr>
          <p:cNvSpPr/>
          <p:nvPr/>
        </p:nvSpPr>
        <p:spPr>
          <a:xfrm>
            <a:off x="10922000" y="2159000"/>
            <a:ext cx="1905000" cy="584200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Database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F69D17-87D7-B7E1-511D-815DB11BADA0}"/>
              </a:ext>
            </a:extLst>
          </p:cNvPr>
          <p:cNvCxnSpPr/>
          <p:nvPr/>
        </p:nvCxnSpPr>
        <p:spPr>
          <a:xfrm>
            <a:off x="11874500" y="2743200"/>
            <a:ext cx="0" cy="10147300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44A9D60-3A99-E582-81EA-31D7D1C18BCB}"/>
              </a:ext>
            </a:extLst>
          </p:cNvPr>
          <p:cNvSpPr/>
          <p:nvPr/>
        </p:nvSpPr>
        <p:spPr>
          <a:xfrm>
            <a:off x="1498600" y="1524000"/>
            <a:ext cx="254000" cy="25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5250C2-83B5-DC1A-977B-D16FF3A7D55D}"/>
              </a:ext>
            </a:extLst>
          </p:cNvPr>
          <p:cNvCxnSpPr/>
          <p:nvPr/>
        </p:nvCxnSpPr>
        <p:spPr>
          <a:xfrm>
            <a:off x="1625600" y="1778000"/>
            <a:ext cx="0" cy="4572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78A52D-0D50-E0E5-A204-F76E9A8F9942}"/>
              </a:ext>
            </a:extLst>
          </p:cNvPr>
          <p:cNvCxnSpPr/>
          <p:nvPr/>
        </p:nvCxnSpPr>
        <p:spPr>
          <a:xfrm>
            <a:off x="1422400" y="1930400"/>
            <a:ext cx="406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1630C3-D0FE-3CCE-3CC4-A0962252DFF4}"/>
              </a:ext>
            </a:extLst>
          </p:cNvPr>
          <p:cNvCxnSpPr/>
          <p:nvPr/>
        </p:nvCxnSpPr>
        <p:spPr>
          <a:xfrm flipH="1">
            <a:off x="1422400" y="2235200"/>
            <a:ext cx="203200" cy="2794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5A67D9-D6EB-F693-90C4-CE87082CA0CD}"/>
              </a:ext>
            </a:extLst>
          </p:cNvPr>
          <p:cNvCxnSpPr/>
          <p:nvPr/>
        </p:nvCxnSpPr>
        <p:spPr>
          <a:xfrm>
            <a:off x="1625600" y="2235200"/>
            <a:ext cx="203200" cy="2794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E6BD9B-75AD-2C0A-DBB0-8278DBD6C314}"/>
              </a:ext>
            </a:extLst>
          </p:cNvPr>
          <p:cNvCxnSpPr/>
          <p:nvPr/>
        </p:nvCxnSpPr>
        <p:spPr>
          <a:xfrm>
            <a:off x="1968500" y="34290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45BB9F-D896-AC02-E6C5-FADA0FC195D8}"/>
              </a:ext>
            </a:extLst>
          </p:cNvPr>
          <p:cNvSpPr txBox="1"/>
          <p:nvPr/>
        </p:nvSpPr>
        <p:spPr>
          <a:xfrm>
            <a:off x="1905000" y="31496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t>1: fill appointment form(details)</a:t>
            </a:r>
            <a:endParaRPr lang="en-IN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8DDD17-C5F1-25A0-CECD-2E029776A565}"/>
              </a:ext>
            </a:extLst>
          </p:cNvPr>
          <p:cNvSpPr/>
          <p:nvPr/>
        </p:nvSpPr>
        <p:spPr>
          <a:xfrm>
            <a:off x="4914900" y="3175000"/>
            <a:ext cx="2032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BEBE46-B0FE-2C76-B864-56FA6BBB218E}"/>
              </a:ext>
            </a:extLst>
          </p:cNvPr>
          <p:cNvCxnSpPr/>
          <p:nvPr/>
        </p:nvCxnSpPr>
        <p:spPr>
          <a:xfrm>
            <a:off x="5016500" y="43180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49214F-F33A-C041-34B4-C2122CDC7286}"/>
              </a:ext>
            </a:extLst>
          </p:cNvPr>
          <p:cNvSpPr txBox="1"/>
          <p:nvPr/>
        </p:nvSpPr>
        <p:spPr>
          <a:xfrm>
            <a:off x="5080000" y="40386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1.1: POST /appointments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5DED57-6274-12B3-28F4-E51F0FCF7906}"/>
              </a:ext>
            </a:extLst>
          </p:cNvPr>
          <p:cNvSpPr/>
          <p:nvPr/>
        </p:nvSpPr>
        <p:spPr>
          <a:xfrm>
            <a:off x="7962900" y="4064000"/>
            <a:ext cx="203200" cy="3175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DA9958-3E1A-CB12-78DD-08F4238504BC}"/>
              </a:ext>
            </a:extLst>
          </p:cNvPr>
          <p:cNvCxnSpPr/>
          <p:nvPr/>
        </p:nvCxnSpPr>
        <p:spPr>
          <a:xfrm>
            <a:off x="8064500" y="5016500"/>
            <a:ext cx="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AB5A03-F18D-960A-8566-0EB7B736E0D5}"/>
              </a:ext>
            </a:extLst>
          </p:cNvPr>
          <p:cNvSpPr txBox="1"/>
          <p:nvPr/>
        </p:nvSpPr>
        <p:spPr>
          <a:xfrm>
            <a:off x="7747000" y="47244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1.1.1: validate()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3F4C9-71FF-F032-16C3-ADABF0E2B7E0}"/>
              </a:ext>
            </a:extLst>
          </p:cNvPr>
          <p:cNvSpPr txBox="1"/>
          <p:nvPr/>
        </p:nvSpPr>
        <p:spPr>
          <a:xfrm>
            <a:off x="889000" y="5461000"/>
            <a:ext cx="50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alt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4C74E-45EA-3B3F-91CB-79DEFEE0DB10}"/>
              </a:ext>
            </a:extLst>
          </p:cNvPr>
          <p:cNvSpPr/>
          <p:nvPr/>
        </p:nvSpPr>
        <p:spPr>
          <a:xfrm>
            <a:off x="1206500" y="5397500"/>
            <a:ext cx="13779500" cy="2794000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E2EC98-C012-071A-7760-6450E3B70D1A}"/>
              </a:ext>
            </a:extLst>
          </p:cNvPr>
          <p:cNvSpPr txBox="1"/>
          <p:nvPr/>
        </p:nvSpPr>
        <p:spPr>
          <a:xfrm>
            <a:off x="1587500" y="5562600"/>
            <a:ext cx="279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t>[if all inputs are valid]</a:t>
            </a:r>
            <a:endParaRPr lang="en-IN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D138684-55F3-F60A-7FFC-1068B9D9A667}"/>
              </a:ext>
            </a:extLst>
          </p:cNvPr>
          <p:cNvCxnSpPr/>
          <p:nvPr/>
        </p:nvCxnSpPr>
        <p:spPr>
          <a:xfrm>
            <a:off x="8064500" y="61595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D8EDFC-D517-BF42-365A-9F8F099707EB}"/>
              </a:ext>
            </a:extLst>
          </p:cNvPr>
          <p:cNvSpPr txBox="1"/>
          <p:nvPr/>
        </p:nvSpPr>
        <p:spPr>
          <a:xfrm>
            <a:off x="8255000" y="58674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1.2: insert appointment : void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84F428-CEF7-71BD-8285-1223A1E645CC}"/>
              </a:ext>
            </a:extLst>
          </p:cNvPr>
          <p:cNvSpPr/>
          <p:nvPr/>
        </p:nvSpPr>
        <p:spPr>
          <a:xfrm>
            <a:off x="11772900" y="5905500"/>
            <a:ext cx="203200" cy="1206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AFB98C-0BFA-7B96-BA8D-E575FCCC5A96}"/>
              </a:ext>
            </a:extLst>
          </p:cNvPr>
          <p:cNvSpPr txBox="1"/>
          <p:nvPr/>
        </p:nvSpPr>
        <p:spPr>
          <a:xfrm>
            <a:off x="9652000" y="55499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&lt;&lt;create&gt;&gt;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D012A5-C546-9778-AD63-1BC2680CD2E3}"/>
              </a:ext>
            </a:extLst>
          </p:cNvPr>
          <p:cNvSpPr/>
          <p:nvPr/>
        </p:nvSpPr>
        <p:spPr>
          <a:xfrm>
            <a:off x="11811000" y="6350000"/>
            <a:ext cx="2095500" cy="558800"/>
          </a:xfrm>
          <a:prstGeom prst="rect">
            <a:avLst/>
          </a:prstGeom>
          <a:solidFill>
            <a:srgbClr val="CC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newAppointment: Appointment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044B12-472C-A2CF-4A06-CA432925EF24}"/>
              </a:ext>
            </a:extLst>
          </p:cNvPr>
          <p:cNvCxnSpPr/>
          <p:nvPr/>
        </p:nvCxnSpPr>
        <p:spPr>
          <a:xfrm flipH="1">
            <a:off x="8064500" y="73660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DC46047-B730-124A-281F-932676BCA688}"/>
              </a:ext>
            </a:extLst>
          </p:cNvPr>
          <p:cNvSpPr txBox="1"/>
          <p:nvPr/>
        </p:nvSpPr>
        <p:spPr>
          <a:xfrm>
            <a:off x="8763000" y="70739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return appointment id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A6CD48-C45C-6CAD-BF7D-BDAF0EBB1B40}"/>
              </a:ext>
            </a:extLst>
          </p:cNvPr>
          <p:cNvCxnSpPr/>
          <p:nvPr/>
        </p:nvCxnSpPr>
        <p:spPr>
          <a:xfrm flipH="1">
            <a:off x="5016500" y="78105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58F6FB9-F51E-8A69-895E-2B56EC9FE766}"/>
              </a:ext>
            </a:extLst>
          </p:cNvPr>
          <p:cNvSpPr txBox="1"/>
          <p:nvPr/>
        </p:nvSpPr>
        <p:spPr>
          <a:xfrm>
            <a:off x="5651500" y="75184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return success response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6AFE583-2EFD-5312-4BB9-731FC83536DF}"/>
              </a:ext>
            </a:extLst>
          </p:cNvPr>
          <p:cNvCxnSpPr/>
          <p:nvPr/>
        </p:nvCxnSpPr>
        <p:spPr>
          <a:xfrm flipH="1">
            <a:off x="1968500" y="81915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4B0BCE6-93E0-AE92-F434-6FC3A0EA2921}"/>
              </a:ext>
            </a:extLst>
          </p:cNvPr>
          <p:cNvSpPr txBox="1"/>
          <p:nvPr/>
        </p:nvSpPr>
        <p:spPr>
          <a:xfrm>
            <a:off x="1905000" y="78994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display confirmation message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3AEAF9-FEBD-B41E-0D74-6E3E948D0F2A}"/>
              </a:ext>
            </a:extLst>
          </p:cNvPr>
          <p:cNvSpPr txBox="1"/>
          <p:nvPr/>
        </p:nvSpPr>
        <p:spPr>
          <a:xfrm>
            <a:off x="889000" y="8953500"/>
            <a:ext cx="50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alt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157437-C301-0956-9C79-9C2CAF5B10D4}"/>
              </a:ext>
            </a:extLst>
          </p:cNvPr>
          <p:cNvSpPr/>
          <p:nvPr/>
        </p:nvSpPr>
        <p:spPr>
          <a:xfrm>
            <a:off x="1206500" y="8890000"/>
            <a:ext cx="9652000" cy="1587500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DB1DAD-6D0F-DC56-83D4-BD5CF275E16D}"/>
              </a:ext>
            </a:extLst>
          </p:cNvPr>
          <p:cNvSpPr txBox="1"/>
          <p:nvPr/>
        </p:nvSpPr>
        <p:spPr>
          <a:xfrm>
            <a:off x="1587500" y="9055100"/>
            <a:ext cx="266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t>[if any input is invalid]</a:t>
            </a:r>
            <a:endParaRPr lang="en-IN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F1435A-0AA6-4242-27D7-DE87F14DDF14}"/>
              </a:ext>
            </a:extLst>
          </p:cNvPr>
          <p:cNvCxnSpPr/>
          <p:nvPr/>
        </p:nvCxnSpPr>
        <p:spPr>
          <a:xfrm flipH="1">
            <a:off x="5016500" y="97790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52C2832-2C78-DC79-6CA1-5D85A8E78FDA}"/>
              </a:ext>
            </a:extLst>
          </p:cNvPr>
          <p:cNvSpPr txBox="1"/>
          <p:nvPr/>
        </p:nvSpPr>
        <p:spPr>
          <a:xfrm>
            <a:off x="5588000" y="94869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2: return validation error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C943F0-51CE-9249-CFC4-ECFD31236531}"/>
              </a:ext>
            </a:extLst>
          </p:cNvPr>
          <p:cNvCxnSpPr/>
          <p:nvPr/>
        </p:nvCxnSpPr>
        <p:spPr>
          <a:xfrm flipH="1">
            <a:off x="1968500" y="10160000"/>
            <a:ext cx="3048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6AB5BB3-3035-5ACD-CE96-9F5817FEAD98}"/>
              </a:ext>
            </a:extLst>
          </p:cNvPr>
          <p:cNvSpPr txBox="1"/>
          <p:nvPr/>
        </p:nvSpPr>
        <p:spPr>
          <a:xfrm>
            <a:off x="1841500" y="98679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2.1: display error message()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88CA66-68B0-1E73-B6A7-1055A92A41A9}"/>
              </a:ext>
            </a:extLst>
          </p:cNvPr>
          <p:cNvSpPr txBox="1"/>
          <p:nvPr/>
        </p:nvSpPr>
        <p:spPr>
          <a:xfrm>
            <a:off x="889000" y="14097000"/>
            <a:ext cx="1270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1. Patient fills appointment form in the dashboard.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97E60E-087D-BA17-2BBD-4346E455C994}"/>
              </a:ext>
            </a:extLst>
          </p:cNvPr>
          <p:cNvSpPr txBox="1"/>
          <p:nvPr/>
        </p:nvSpPr>
        <p:spPr>
          <a:xfrm>
            <a:off x="889000" y="14605000"/>
            <a:ext cx="1270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2. Frontend sends POST request to backend API.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057175-0260-EF6E-B530-22C8A15955E8}"/>
              </a:ext>
            </a:extLst>
          </p:cNvPr>
          <p:cNvSpPr txBox="1"/>
          <p:nvPr/>
        </p:nvSpPr>
        <p:spPr>
          <a:xfrm>
            <a:off x="889000" y="15113000"/>
            <a:ext cx="1371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3. Backend validates input and stores the appointment in the database.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D44ED8-D042-6722-DB0D-D24CA08758DA}"/>
              </a:ext>
            </a:extLst>
          </p:cNvPr>
          <p:cNvSpPr txBox="1"/>
          <p:nvPr/>
        </p:nvSpPr>
        <p:spPr>
          <a:xfrm>
            <a:off x="889000" y="15621000"/>
            <a:ext cx="1270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4. Success response is sent back to the frontend.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ADFD20-EDEC-ADD3-3883-C8ADD33CE3E0}"/>
              </a:ext>
            </a:extLst>
          </p:cNvPr>
          <p:cNvSpPr txBox="1"/>
          <p:nvPr/>
        </p:nvSpPr>
        <p:spPr>
          <a:xfrm>
            <a:off x="889000" y="16129000"/>
            <a:ext cx="1371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5. Patient sees confirmation; otherwise an error message is shown.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9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2026-04-21T09:05:52Z</dcterms:created>
  <dcterms:modified xsi:type="dcterms:W3CDTF">2026-04-21T09:05:52Z</dcterms:modified>
</cp:coreProperties>
</file>