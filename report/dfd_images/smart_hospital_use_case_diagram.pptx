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1905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216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F50B-EE52-6FBA-AD8A-6465584D4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3117675"/>
            <a:ext cx="12192000" cy="66322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6793D-52B3-B250-37F4-A31A5C9FF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10005661"/>
            <a:ext cx="12192000" cy="459933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7EB87-A594-C13C-263A-B0915002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6ED0B-7F44-240F-4CC9-6C15E3DB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2DBD-76C6-8F1F-111B-5D14D047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0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1D1B-E011-B998-5DB5-F796C512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C0203-8CF0-217B-28D4-C515BA8A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4597-0726-A9DF-9A21-9F0F8AB6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C87C7-1ED9-B81D-1052-88985AE7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17DB0-0730-7A1F-144F-205B5980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09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6986-F9EB-CC89-E7C7-76382177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4749277"/>
            <a:ext cx="14020800" cy="79242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446A1-514B-592F-B125-4DB43B787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12748513"/>
            <a:ext cx="14020800" cy="4167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F10F-22DE-8B46-A2B5-5FB1CB6F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55AAD-0F3C-F31B-C1F5-9B558815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5931-089B-C0EB-3C62-FDE887C3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71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10C5-5555-A3A0-CFD9-7152B29A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8DC9-9105-646C-973D-1DAF7A2DD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5071181"/>
            <a:ext cx="6908800" cy="12087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ED620-6200-60C9-5F74-615C9D21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5071181"/>
            <a:ext cx="6908800" cy="12087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0EC0F-8C7D-C3D1-3B3E-D7CF702C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B653C-1CB9-8263-D5E8-6547A1AD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ABCE4-32EC-35E2-F547-83E9EE37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05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CCBE-0588-3137-7C22-5D23A883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1014241"/>
            <a:ext cx="14020800" cy="36821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FC1DE-7A93-CE83-42F9-A44E83603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4669897"/>
            <a:ext cx="6877049" cy="2288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99F5D-906A-9359-A75D-E807EB647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6958542"/>
            <a:ext cx="6877049" cy="10234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0A49E-B012-BB59-4FE4-BD02523F1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4669897"/>
            <a:ext cx="6910917" cy="2288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6E00D-114A-20B4-F8B4-14DFD5BE0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6958542"/>
            <a:ext cx="6910917" cy="10234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0C36C-B68E-CB21-1954-7F2B8590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E6081-0BA5-45C5-4CB5-DE1660D6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5105A-70F7-3622-8445-B0C305A4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2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13F5-E67A-1B61-DE5E-C5C4239B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4E5DF-9AFD-9BA3-B7FE-AB499C3D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30924-D062-EB2D-ECF6-1022D036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77178-657E-6DD4-15FE-7FC0AFC2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44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9F9C3-4915-4CC6-01B2-CB9CBA40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850B4-AD8D-52C1-2F02-94A81B9D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0A939-0B70-47E2-A6D6-AA0FCABA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7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055D-3AA9-8E89-60A4-09A82FD9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1270000"/>
            <a:ext cx="5242983" cy="4445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D3984-384B-4E0A-848B-6A7B317E1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2742852"/>
            <a:ext cx="8229600" cy="135378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E07D7-B748-C971-C36E-38B690017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5715000"/>
            <a:ext cx="5242983" cy="105877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4835E-3183-C343-DE3D-E8BC4870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BEEBB-ACED-8821-1A2A-091AC0D40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7CEDA-2C1E-0AD5-6D23-A3E45D81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2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52C7-AC8B-0804-AB4C-56AFDBB7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1270000"/>
            <a:ext cx="5242983" cy="4445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1F242-1964-3B8B-64C6-46C68F5F2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2742852"/>
            <a:ext cx="8229600" cy="1353784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CE9C2-5DF0-8568-1741-5846A9928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5715000"/>
            <a:ext cx="5242983" cy="105877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C29EC-1834-6170-C2BE-653F82E0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AA20D-BFB3-D011-4CDA-6BB1225A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AD44E-26DC-DAEA-1B3F-DA8F80D1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363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A9ED-F9CF-3676-8E6C-DD4A880A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6FB58-0618-671D-4991-AFBB1CA9D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A8AE5-D1AD-9D40-387D-0F456138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BA12F-DFC3-9358-5BD0-67E00BBB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EA6E7-5D1D-F3D2-0BB2-240C86AD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7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C5908-511B-501E-CFBB-DF238D8B4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1014236"/>
            <a:ext cx="3505200" cy="161439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8F6F6-C9E4-DBB9-52A9-35A0F6431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1014236"/>
            <a:ext cx="10312400" cy="161439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276E6-F06B-0F03-A1DB-4BB7659F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23157-BA71-A52F-11B4-7BE003FC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A5948-0135-1935-9B54-70804662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87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98298-B495-DB22-F80A-0313E74C0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1014241"/>
            <a:ext cx="14020800" cy="368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C29C8-61FB-72A3-DBD2-203AD55A4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5071181"/>
            <a:ext cx="14020800" cy="1208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398E3-E092-2441-4A87-8803EC768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17656532"/>
            <a:ext cx="3657600" cy="1014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6099A-C45E-4725-870B-713BBD2A342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EBC23-A328-E56D-6943-BAAB048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17656532"/>
            <a:ext cx="5486400" cy="1014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23D32-E22A-72EB-D851-5DEE9A5F9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17656532"/>
            <a:ext cx="3657600" cy="1014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2D2E5-A326-480B-AF31-BA7F1B37C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2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3E80E-FA27-B8B4-1B68-993C6AE53A2E}"/>
              </a:ext>
            </a:extLst>
          </p:cNvPr>
          <p:cNvSpPr txBox="1"/>
          <p:nvPr/>
        </p:nvSpPr>
        <p:spPr>
          <a:xfrm>
            <a:off x="1143000" y="444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Actors: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B752B-2B56-6BBA-6EEF-8AAADBE42931}"/>
              </a:ext>
            </a:extLst>
          </p:cNvPr>
          <p:cNvSpPr txBox="1"/>
          <p:nvPr/>
        </p:nvSpPr>
        <p:spPr>
          <a:xfrm>
            <a:off x="1333500" y="1016000"/>
            <a:ext cx="3175000" cy="10310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N" sz="1700">
                <a:solidFill>
                  <a:srgbClr val="000000"/>
                </a:solidFill>
                <a:latin typeface="Times New Roman" panose="02020603050405020304" pitchFamily="18" charset="0"/>
              </a:rPr>
              <a:t>Patient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N" sz="1700">
                <a:solidFill>
                  <a:srgbClr val="000000"/>
                </a:solidFill>
                <a:latin typeface="Times New Roman" panose="02020603050405020304" pitchFamily="18" charset="0"/>
              </a:rPr>
              <a:t>Doctor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IN" sz="1700">
                <a:solidFill>
                  <a:srgbClr val="000000"/>
                </a:solidFill>
                <a:latin typeface="Times New Roman" panose="02020603050405020304" pitchFamily="18" charset="0"/>
              </a:rPr>
              <a:t>Admin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0116A-CE25-20BA-4262-52DC8F0814F4}"/>
              </a:ext>
            </a:extLst>
          </p:cNvPr>
          <p:cNvSpPr txBox="1"/>
          <p:nvPr/>
        </p:nvSpPr>
        <p:spPr>
          <a:xfrm>
            <a:off x="1143000" y="2984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Use Cases: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651F2-2B20-752B-515B-C61CEF5B0E46}"/>
              </a:ext>
            </a:extLst>
          </p:cNvPr>
          <p:cNvSpPr txBox="1"/>
          <p:nvPr/>
        </p:nvSpPr>
        <p:spPr>
          <a:xfrm>
            <a:off x="1333500" y="3556000"/>
            <a:ext cx="4191000" cy="340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Register / Login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Verify OTP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Manage Patient Records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Manage Appointments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Upload Reports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Cart and Place Order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View Notifications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Real-Time Chat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View Dashboard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700">
                <a:solidFill>
                  <a:srgbClr val="000000"/>
                </a:solidFill>
                <a:latin typeface="Times New Roman" panose="02020603050405020304" pitchFamily="18" charset="0"/>
              </a:rPr>
              <a:t>Logout</a:t>
            </a:r>
            <a:endParaRPr lang="en-IN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C3E31-A59F-5C5A-2204-1FABF7ECA3A3}"/>
              </a:ext>
            </a:extLst>
          </p:cNvPr>
          <p:cNvSpPr/>
          <p:nvPr/>
        </p:nvSpPr>
        <p:spPr>
          <a:xfrm>
            <a:off x="1524000" y="7874000"/>
            <a:ext cx="13208000" cy="9652000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5288-E431-DA41-CEAA-00C7891A3A10}"/>
              </a:ext>
            </a:extLst>
          </p:cNvPr>
          <p:cNvSpPr txBox="1"/>
          <p:nvPr/>
        </p:nvSpPr>
        <p:spPr>
          <a:xfrm>
            <a:off x="5715000" y="16954500"/>
            <a:ext cx="457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>
                <a:solidFill>
                  <a:srgbClr val="000000"/>
                </a:solidFill>
                <a:latin typeface="Times New Roman" panose="02020603050405020304" pitchFamily="18" charset="0"/>
              </a:rPr>
              <a:t>Smart Hospital Management System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D397B9-938B-DE0B-ACE7-29B9A34B3E22}"/>
              </a:ext>
            </a:extLst>
          </p:cNvPr>
          <p:cNvSpPr/>
          <p:nvPr/>
        </p:nvSpPr>
        <p:spPr>
          <a:xfrm>
            <a:off x="1816100" y="10922000"/>
            <a:ext cx="279400" cy="2794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5E68E-50A9-E166-BD7C-10254BF909A1}"/>
              </a:ext>
            </a:extLst>
          </p:cNvPr>
          <p:cNvCxnSpPr/>
          <p:nvPr/>
        </p:nvCxnSpPr>
        <p:spPr>
          <a:xfrm>
            <a:off x="1955800" y="112014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A78D28-53B3-014B-AD7F-E3F946E2E5CA}"/>
              </a:ext>
            </a:extLst>
          </p:cNvPr>
          <p:cNvCxnSpPr/>
          <p:nvPr/>
        </p:nvCxnSpPr>
        <p:spPr>
          <a:xfrm>
            <a:off x="1739900" y="11379200"/>
            <a:ext cx="4318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A1E742-EC31-E0EE-C48D-A8D20BDA90EE}"/>
              </a:ext>
            </a:extLst>
          </p:cNvPr>
          <p:cNvCxnSpPr/>
          <p:nvPr/>
        </p:nvCxnSpPr>
        <p:spPr>
          <a:xfrm flipH="1">
            <a:off x="1739900" y="11709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C3EBE1-224B-3F31-11B9-BC6C2EBC7598}"/>
              </a:ext>
            </a:extLst>
          </p:cNvPr>
          <p:cNvCxnSpPr/>
          <p:nvPr/>
        </p:nvCxnSpPr>
        <p:spPr>
          <a:xfrm>
            <a:off x="1955800" y="11709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505A79-CD9C-C157-0B68-271645F7648C}"/>
              </a:ext>
            </a:extLst>
          </p:cNvPr>
          <p:cNvSpPr txBox="1"/>
          <p:nvPr/>
        </p:nvSpPr>
        <p:spPr>
          <a:xfrm>
            <a:off x="1270000" y="121285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>
                <a:solidFill>
                  <a:srgbClr val="000000"/>
                </a:solidFill>
                <a:latin typeface="Times New Roman" panose="02020603050405020304" pitchFamily="18" charset="0"/>
              </a:rPr>
              <a:t>Patient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912F10-1C27-528D-5AD6-579EA1D0F4B3}"/>
              </a:ext>
            </a:extLst>
          </p:cNvPr>
          <p:cNvSpPr/>
          <p:nvPr/>
        </p:nvSpPr>
        <p:spPr>
          <a:xfrm>
            <a:off x="12928600" y="13081000"/>
            <a:ext cx="279400" cy="2794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37E85E-2794-25B2-98C3-BAA909F3970E}"/>
              </a:ext>
            </a:extLst>
          </p:cNvPr>
          <p:cNvCxnSpPr/>
          <p:nvPr/>
        </p:nvCxnSpPr>
        <p:spPr>
          <a:xfrm>
            <a:off x="13068300" y="133604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AE23DF-F326-1A46-B5F6-799921813CD4}"/>
              </a:ext>
            </a:extLst>
          </p:cNvPr>
          <p:cNvCxnSpPr/>
          <p:nvPr/>
        </p:nvCxnSpPr>
        <p:spPr>
          <a:xfrm>
            <a:off x="12852400" y="13538200"/>
            <a:ext cx="4318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93C78C-6ADE-8941-99E3-667E6BFE1489}"/>
              </a:ext>
            </a:extLst>
          </p:cNvPr>
          <p:cNvCxnSpPr/>
          <p:nvPr/>
        </p:nvCxnSpPr>
        <p:spPr>
          <a:xfrm flipH="1">
            <a:off x="12852400" y="13868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9E50C2-08E1-D8E6-401E-5BF378F5B3FD}"/>
              </a:ext>
            </a:extLst>
          </p:cNvPr>
          <p:cNvCxnSpPr/>
          <p:nvPr/>
        </p:nvCxnSpPr>
        <p:spPr>
          <a:xfrm>
            <a:off x="13068300" y="13868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DF13ED-FE9B-BB7F-CF85-E8AA36035378}"/>
              </a:ext>
            </a:extLst>
          </p:cNvPr>
          <p:cNvSpPr txBox="1"/>
          <p:nvPr/>
        </p:nvSpPr>
        <p:spPr>
          <a:xfrm>
            <a:off x="12382500" y="142875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>
                <a:solidFill>
                  <a:srgbClr val="000000"/>
                </a:solidFill>
                <a:latin typeface="Times New Roman" panose="02020603050405020304" pitchFamily="18" charset="0"/>
              </a:rPr>
              <a:t>Doctor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A57C2A-733D-6546-8DD3-A75CAFDF7B44}"/>
              </a:ext>
            </a:extLst>
          </p:cNvPr>
          <p:cNvSpPr/>
          <p:nvPr/>
        </p:nvSpPr>
        <p:spPr>
          <a:xfrm>
            <a:off x="12928600" y="9906000"/>
            <a:ext cx="279400" cy="2794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CA4EE7-5DE5-56CF-8B24-9F97918D0AEC}"/>
              </a:ext>
            </a:extLst>
          </p:cNvPr>
          <p:cNvCxnSpPr/>
          <p:nvPr/>
        </p:nvCxnSpPr>
        <p:spPr>
          <a:xfrm>
            <a:off x="13068300" y="101854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83A94A-45BE-22E3-638A-2F449E0A3EA7}"/>
              </a:ext>
            </a:extLst>
          </p:cNvPr>
          <p:cNvCxnSpPr/>
          <p:nvPr/>
        </p:nvCxnSpPr>
        <p:spPr>
          <a:xfrm>
            <a:off x="12852400" y="10363200"/>
            <a:ext cx="4318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E95ED7-C1A9-DD98-E476-B15857A6FC9A}"/>
              </a:ext>
            </a:extLst>
          </p:cNvPr>
          <p:cNvCxnSpPr/>
          <p:nvPr/>
        </p:nvCxnSpPr>
        <p:spPr>
          <a:xfrm flipH="1">
            <a:off x="12852400" y="10693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EB82D6-9739-6D26-0598-7ADFED6E0B97}"/>
              </a:ext>
            </a:extLst>
          </p:cNvPr>
          <p:cNvCxnSpPr/>
          <p:nvPr/>
        </p:nvCxnSpPr>
        <p:spPr>
          <a:xfrm>
            <a:off x="13068300" y="10693400"/>
            <a:ext cx="215900" cy="330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ED14094-2EE3-90D7-91AC-BDEDA72BD80C}"/>
              </a:ext>
            </a:extLst>
          </p:cNvPr>
          <p:cNvSpPr txBox="1"/>
          <p:nvPr/>
        </p:nvSpPr>
        <p:spPr>
          <a:xfrm>
            <a:off x="12382500" y="111125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>
                <a:solidFill>
                  <a:srgbClr val="000000"/>
                </a:solidFill>
                <a:latin typeface="Times New Roman" panose="02020603050405020304" pitchFamily="18" charset="0"/>
              </a:rPr>
              <a:t>Admin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C90D8C-2FCD-875F-0351-B5AD5E222758}"/>
              </a:ext>
            </a:extLst>
          </p:cNvPr>
          <p:cNvSpPr/>
          <p:nvPr/>
        </p:nvSpPr>
        <p:spPr>
          <a:xfrm>
            <a:off x="3302000" y="8763000"/>
            <a:ext cx="1714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Register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C433E7-07EA-D56B-B4EF-C151A84362BF}"/>
              </a:ext>
            </a:extLst>
          </p:cNvPr>
          <p:cNvSpPr/>
          <p:nvPr/>
        </p:nvSpPr>
        <p:spPr>
          <a:xfrm>
            <a:off x="3302000" y="9398000"/>
            <a:ext cx="1714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Login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48D14EA-22C6-13E4-A6E0-912828BFB94D}"/>
              </a:ext>
            </a:extLst>
          </p:cNvPr>
          <p:cNvSpPr/>
          <p:nvPr/>
        </p:nvSpPr>
        <p:spPr>
          <a:xfrm>
            <a:off x="3302000" y="10033000"/>
            <a:ext cx="1714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Verify OTP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D688FA-F2AE-4326-E291-FBCD34723FF3}"/>
              </a:ext>
            </a:extLst>
          </p:cNvPr>
          <p:cNvSpPr/>
          <p:nvPr/>
        </p:nvSpPr>
        <p:spPr>
          <a:xfrm>
            <a:off x="3302000" y="10668000"/>
            <a:ext cx="1714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View Profile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600C21-9923-9E2D-E027-329A4956B141}"/>
              </a:ext>
            </a:extLst>
          </p:cNvPr>
          <p:cNvSpPr/>
          <p:nvPr/>
        </p:nvSpPr>
        <p:spPr>
          <a:xfrm>
            <a:off x="3302000" y="11303000"/>
            <a:ext cx="20320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Book Appointment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C7EBAE-F740-3768-801C-AB8D50196B94}"/>
              </a:ext>
            </a:extLst>
          </p:cNvPr>
          <p:cNvSpPr/>
          <p:nvPr/>
        </p:nvSpPr>
        <p:spPr>
          <a:xfrm>
            <a:off x="3302000" y="11938000"/>
            <a:ext cx="20320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Upload Reports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670BA91-AA3A-F503-C0B4-BCA8B37E3DCB}"/>
              </a:ext>
            </a:extLst>
          </p:cNvPr>
          <p:cNvSpPr/>
          <p:nvPr/>
        </p:nvSpPr>
        <p:spPr>
          <a:xfrm>
            <a:off x="3302000" y="12573000"/>
            <a:ext cx="2222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Cart and Place Order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E9B39-F458-49A9-4F34-1E19BD36F117}"/>
              </a:ext>
            </a:extLst>
          </p:cNvPr>
          <p:cNvSpPr/>
          <p:nvPr/>
        </p:nvSpPr>
        <p:spPr>
          <a:xfrm>
            <a:off x="3302000" y="13208000"/>
            <a:ext cx="2222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View Notifications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DBDE694-A3B5-1313-A0B9-E4D6B530FE93}"/>
              </a:ext>
            </a:extLst>
          </p:cNvPr>
          <p:cNvSpPr/>
          <p:nvPr/>
        </p:nvSpPr>
        <p:spPr>
          <a:xfrm>
            <a:off x="3302000" y="13843000"/>
            <a:ext cx="20320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Real-Time Chat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FFC1A1-BDAF-1E9C-FDFF-045637671B16}"/>
              </a:ext>
            </a:extLst>
          </p:cNvPr>
          <p:cNvSpPr/>
          <p:nvPr/>
        </p:nvSpPr>
        <p:spPr>
          <a:xfrm>
            <a:off x="3302000" y="14478000"/>
            <a:ext cx="1714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Logout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1D44D9-04EE-B485-A572-264EAF59DF94}"/>
              </a:ext>
            </a:extLst>
          </p:cNvPr>
          <p:cNvSpPr/>
          <p:nvPr/>
        </p:nvSpPr>
        <p:spPr>
          <a:xfrm>
            <a:off x="9080500" y="9779000"/>
            <a:ext cx="2476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Manage Patient Records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73E7A6-B483-3FF2-F9FD-D3EA9C76C55C}"/>
              </a:ext>
            </a:extLst>
          </p:cNvPr>
          <p:cNvSpPr/>
          <p:nvPr/>
        </p:nvSpPr>
        <p:spPr>
          <a:xfrm>
            <a:off x="9080500" y="10541000"/>
            <a:ext cx="2349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Manage Appointments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F2D1DA-7CD1-A0C0-6A9D-1AF15A04A804}"/>
              </a:ext>
            </a:extLst>
          </p:cNvPr>
          <p:cNvSpPr/>
          <p:nvPr/>
        </p:nvSpPr>
        <p:spPr>
          <a:xfrm>
            <a:off x="9080500" y="11303000"/>
            <a:ext cx="1968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View Dashboard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EFE6FE2-4AA9-7469-F943-680F35D6E7BC}"/>
              </a:ext>
            </a:extLst>
          </p:cNvPr>
          <p:cNvSpPr/>
          <p:nvPr/>
        </p:nvSpPr>
        <p:spPr>
          <a:xfrm>
            <a:off x="9080500" y="12065000"/>
            <a:ext cx="20320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Manage Orders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679E6BA-0EC9-0A87-0D23-C2C72812AE58}"/>
              </a:ext>
            </a:extLst>
          </p:cNvPr>
          <p:cNvSpPr/>
          <p:nvPr/>
        </p:nvSpPr>
        <p:spPr>
          <a:xfrm>
            <a:off x="9080500" y="13081000"/>
            <a:ext cx="2349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View Appointment List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34DAF5-0521-050D-17A4-BC5129401F2F}"/>
              </a:ext>
            </a:extLst>
          </p:cNvPr>
          <p:cNvSpPr/>
          <p:nvPr/>
        </p:nvSpPr>
        <p:spPr>
          <a:xfrm>
            <a:off x="9080500" y="13843000"/>
            <a:ext cx="2222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Update Prescription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2AB9F3D-9EDC-5E8A-157A-0CC9A3468001}"/>
              </a:ext>
            </a:extLst>
          </p:cNvPr>
          <p:cNvSpPr/>
          <p:nvPr/>
        </p:nvSpPr>
        <p:spPr>
          <a:xfrm>
            <a:off x="9080500" y="14605000"/>
            <a:ext cx="2349500" cy="482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0000"/>
                </a:solidFill>
                <a:latin typeface="Times New Roman" panose="02020603050405020304" pitchFamily="18" charset="0"/>
              </a:rPr>
              <a:t>Review Notifications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0148102-CD0B-9C4B-A028-1638996E72C6}"/>
              </a:ext>
            </a:extLst>
          </p:cNvPr>
          <p:cNvCxnSpPr/>
          <p:nvPr/>
        </p:nvCxnSpPr>
        <p:spPr>
          <a:xfrm flipV="1">
            <a:off x="1955800" y="9004300"/>
            <a:ext cx="1346200" cy="2425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1F5CCAE-A9B3-BC29-8733-1F09B894D3B8}"/>
              </a:ext>
            </a:extLst>
          </p:cNvPr>
          <p:cNvCxnSpPr/>
          <p:nvPr/>
        </p:nvCxnSpPr>
        <p:spPr>
          <a:xfrm flipV="1">
            <a:off x="1955800" y="9639300"/>
            <a:ext cx="1346200" cy="1790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29E873-2F09-964E-DEB5-DC52A236B6E5}"/>
              </a:ext>
            </a:extLst>
          </p:cNvPr>
          <p:cNvCxnSpPr/>
          <p:nvPr/>
        </p:nvCxnSpPr>
        <p:spPr>
          <a:xfrm flipV="1">
            <a:off x="1955800" y="10274300"/>
            <a:ext cx="1346200" cy="1155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6DCE224-1772-6A01-BD11-138F187AD11F}"/>
              </a:ext>
            </a:extLst>
          </p:cNvPr>
          <p:cNvCxnSpPr/>
          <p:nvPr/>
        </p:nvCxnSpPr>
        <p:spPr>
          <a:xfrm flipV="1">
            <a:off x="1955800" y="10909300"/>
            <a:ext cx="1346200" cy="520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D16BBD-2261-3B7F-CA14-E1CEC2AF4841}"/>
              </a:ext>
            </a:extLst>
          </p:cNvPr>
          <p:cNvCxnSpPr/>
          <p:nvPr/>
        </p:nvCxnSpPr>
        <p:spPr>
          <a:xfrm>
            <a:off x="1955800" y="11430000"/>
            <a:ext cx="1346200" cy="114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9449F1-DEEC-D81C-9D85-CD3BAB3BF477}"/>
              </a:ext>
            </a:extLst>
          </p:cNvPr>
          <p:cNvCxnSpPr/>
          <p:nvPr/>
        </p:nvCxnSpPr>
        <p:spPr>
          <a:xfrm>
            <a:off x="1955800" y="11430000"/>
            <a:ext cx="1346200" cy="749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992C3EF-CF0A-C9EA-20B9-F6A028B17CEC}"/>
              </a:ext>
            </a:extLst>
          </p:cNvPr>
          <p:cNvCxnSpPr/>
          <p:nvPr/>
        </p:nvCxnSpPr>
        <p:spPr>
          <a:xfrm>
            <a:off x="1955800" y="11430000"/>
            <a:ext cx="1346200" cy="1384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59BA87D-F25E-5945-E85A-D4A4EC1DAD5E}"/>
              </a:ext>
            </a:extLst>
          </p:cNvPr>
          <p:cNvCxnSpPr/>
          <p:nvPr/>
        </p:nvCxnSpPr>
        <p:spPr>
          <a:xfrm>
            <a:off x="1955800" y="11430000"/>
            <a:ext cx="1346200" cy="2019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549BA6-F7AC-64B6-8D4C-C65745DC8019}"/>
              </a:ext>
            </a:extLst>
          </p:cNvPr>
          <p:cNvCxnSpPr/>
          <p:nvPr/>
        </p:nvCxnSpPr>
        <p:spPr>
          <a:xfrm>
            <a:off x="1955800" y="11430000"/>
            <a:ext cx="1346200" cy="2654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8AE68F5-5E44-BF70-9F7F-98A149ABD2FF}"/>
              </a:ext>
            </a:extLst>
          </p:cNvPr>
          <p:cNvCxnSpPr/>
          <p:nvPr/>
        </p:nvCxnSpPr>
        <p:spPr>
          <a:xfrm>
            <a:off x="1955800" y="11430000"/>
            <a:ext cx="1346200" cy="3289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99D777-1CE9-300B-4150-810400CDE42A}"/>
              </a:ext>
            </a:extLst>
          </p:cNvPr>
          <p:cNvCxnSpPr/>
          <p:nvPr/>
        </p:nvCxnSpPr>
        <p:spPr>
          <a:xfrm flipH="1" flipV="1">
            <a:off x="11557000" y="10020300"/>
            <a:ext cx="1511300" cy="393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4BD350-3ABC-D476-5F95-B18B03E651F1}"/>
              </a:ext>
            </a:extLst>
          </p:cNvPr>
          <p:cNvCxnSpPr/>
          <p:nvPr/>
        </p:nvCxnSpPr>
        <p:spPr>
          <a:xfrm flipH="1">
            <a:off x="11430000" y="10414000"/>
            <a:ext cx="1638300" cy="368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4AD2E1-70D2-237F-8522-4A47D2C3B03A}"/>
              </a:ext>
            </a:extLst>
          </p:cNvPr>
          <p:cNvCxnSpPr/>
          <p:nvPr/>
        </p:nvCxnSpPr>
        <p:spPr>
          <a:xfrm flipH="1">
            <a:off x="11049000" y="10414000"/>
            <a:ext cx="2019300" cy="1130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7C9E30F-E4EE-76B6-025E-B9E158FFED8D}"/>
              </a:ext>
            </a:extLst>
          </p:cNvPr>
          <p:cNvCxnSpPr/>
          <p:nvPr/>
        </p:nvCxnSpPr>
        <p:spPr>
          <a:xfrm flipH="1">
            <a:off x="11112500" y="10414000"/>
            <a:ext cx="1955800" cy="1892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416090-7ED7-BE09-7977-A39B5ED43CC0}"/>
              </a:ext>
            </a:extLst>
          </p:cNvPr>
          <p:cNvCxnSpPr/>
          <p:nvPr/>
        </p:nvCxnSpPr>
        <p:spPr>
          <a:xfrm flipH="1">
            <a:off x="11430000" y="10414000"/>
            <a:ext cx="1638300" cy="4432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817751A-A149-0B7A-419A-25CCED7764B4}"/>
              </a:ext>
            </a:extLst>
          </p:cNvPr>
          <p:cNvCxnSpPr/>
          <p:nvPr/>
        </p:nvCxnSpPr>
        <p:spPr>
          <a:xfrm flipH="1" flipV="1">
            <a:off x="11430000" y="13322300"/>
            <a:ext cx="1638300" cy="266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180D87C-A270-5C9A-3FA1-E40D1C2C0511}"/>
              </a:ext>
            </a:extLst>
          </p:cNvPr>
          <p:cNvCxnSpPr/>
          <p:nvPr/>
        </p:nvCxnSpPr>
        <p:spPr>
          <a:xfrm flipH="1">
            <a:off x="11303000" y="13589000"/>
            <a:ext cx="1765300" cy="495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44F26B3-062E-E010-0418-C4993D7EE51B}"/>
              </a:ext>
            </a:extLst>
          </p:cNvPr>
          <p:cNvCxnSpPr/>
          <p:nvPr/>
        </p:nvCxnSpPr>
        <p:spPr>
          <a:xfrm flipH="1">
            <a:off x="11430000" y="13589000"/>
            <a:ext cx="1638300" cy="12573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8305C93-A648-B64C-6AFB-11D9D901B44E}"/>
              </a:ext>
            </a:extLst>
          </p:cNvPr>
          <p:cNvCxnSpPr/>
          <p:nvPr/>
        </p:nvCxnSpPr>
        <p:spPr>
          <a:xfrm flipH="1" flipV="1">
            <a:off x="11430000" y="10782300"/>
            <a:ext cx="1638300" cy="28067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A42DEFB-94F7-A1B2-781A-72FDDACE14E1}"/>
              </a:ext>
            </a:extLst>
          </p:cNvPr>
          <p:cNvCxnSpPr/>
          <p:nvPr/>
        </p:nvCxnSpPr>
        <p:spPr>
          <a:xfrm flipH="1">
            <a:off x="3302000" y="8991600"/>
            <a:ext cx="1714500" cy="6477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03F5BF2-86FD-4E81-9C0D-0F56D080EE28}"/>
              </a:ext>
            </a:extLst>
          </p:cNvPr>
          <p:cNvSpPr txBox="1"/>
          <p:nvPr/>
        </p:nvSpPr>
        <p:spPr>
          <a:xfrm>
            <a:off x="5016500" y="8991600"/>
            <a:ext cx="1079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000000"/>
                </a:solidFill>
                <a:latin typeface="Times New Roman" panose="02020603050405020304" pitchFamily="18" charset="0"/>
              </a:rPr>
              <a:t>&lt;&lt;extends&gt;&gt;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2990FC4-2C9F-B529-C82B-958DF1521F23}"/>
              </a:ext>
            </a:extLst>
          </p:cNvPr>
          <p:cNvCxnSpPr/>
          <p:nvPr/>
        </p:nvCxnSpPr>
        <p:spPr>
          <a:xfrm flipH="1">
            <a:off x="3302000" y="9626600"/>
            <a:ext cx="1714500" cy="6477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BE39591-B424-DC36-4F7F-3A7D67A249A7}"/>
              </a:ext>
            </a:extLst>
          </p:cNvPr>
          <p:cNvSpPr txBox="1"/>
          <p:nvPr/>
        </p:nvSpPr>
        <p:spPr>
          <a:xfrm>
            <a:off x="5016500" y="9626600"/>
            <a:ext cx="1079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000000"/>
                </a:solidFill>
                <a:latin typeface="Times New Roman" panose="02020603050405020304" pitchFamily="18" charset="0"/>
              </a:rPr>
              <a:t>&lt;&lt;extends&gt;&gt;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9680C3B-D43D-4DB7-A491-E934EEC81FD8}"/>
              </a:ext>
            </a:extLst>
          </p:cNvPr>
          <p:cNvCxnSpPr/>
          <p:nvPr/>
        </p:nvCxnSpPr>
        <p:spPr>
          <a:xfrm flipH="1">
            <a:off x="3302000" y="11531600"/>
            <a:ext cx="2032000" cy="19177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3ACC22B-805B-F393-4979-D6C377E481A8}"/>
              </a:ext>
            </a:extLst>
          </p:cNvPr>
          <p:cNvSpPr txBox="1"/>
          <p:nvPr/>
        </p:nvSpPr>
        <p:spPr>
          <a:xfrm>
            <a:off x="5461000" y="11874500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000000"/>
                </a:solidFill>
                <a:latin typeface="Times New Roman" panose="02020603050405020304" pitchFamily="18" charset="0"/>
              </a:rPr>
              <a:t>&lt;&lt;includes&gt;&gt;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BC60135-20B2-F27F-1DBC-8BF4CDC622FB}"/>
              </a:ext>
            </a:extLst>
          </p:cNvPr>
          <p:cNvCxnSpPr/>
          <p:nvPr/>
        </p:nvCxnSpPr>
        <p:spPr>
          <a:xfrm>
            <a:off x="11430000" y="10782300"/>
            <a:ext cx="127000" cy="15240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0118609-EF0D-BAE3-4C81-7102B12A045C}"/>
              </a:ext>
            </a:extLst>
          </p:cNvPr>
          <p:cNvSpPr txBox="1"/>
          <p:nvPr/>
        </p:nvSpPr>
        <p:spPr>
          <a:xfrm>
            <a:off x="11620500" y="11430000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000000"/>
                </a:solidFill>
                <a:latin typeface="Times New Roman" panose="02020603050405020304" pitchFamily="18" charset="0"/>
              </a:rPr>
              <a:t>&lt;&lt;includes&gt;&gt;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C5413A2-C44B-93DD-DC89-A032F7B525DF}"/>
              </a:ext>
            </a:extLst>
          </p:cNvPr>
          <p:cNvCxnSpPr/>
          <p:nvPr/>
        </p:nvCxnSpPr>
        <p:spPr>
          <a:xfrm>
            <a:off x="11430000" y="13322300"/>
            <a:ext cx="0" cy="15240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C6D0AC3-A057-E26E-5BFA-C9E03917A262}"/>
              </a:ext>
            </a:extLst>
          </p:cNvPr>
          <p:cNvSpPr txBox="1"/>
          <p:nvPr/>
        </p:nvSpPr>
        <p:spPr>
          <a:xfrm>
            <a:off x="11493500" y="13906500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000000"/>
                </a:solidFill>
                <a:latin typeface="Times New Roman" panose="02020603050405020304" pitchFamily="18" charset="0"/>
              </a:rPr>
              <a:t>&lt;&lt;includes&gt;&gt;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775721-28A3-506A-7E73-70AB17C2D55A}"/>
              </a:ext>
            </a:extLst>
          </p:cNvPr>
          <p:cNvSpPr txBox="1"/>
          <p:nvPr/>
        </p:nvSpPr>
        <p:spPr>
          <a:xfrm>
            <a:off x="4445000" y="17780000"/>
            <a:ext cx="736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Use Case Diagram for Smart Hospital Management System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24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2026-04-21T09:11:45Z</dcterms:created>
  <dcterms:modified xsi:type="dcterms:W3CDTF">2026-04-21T09:11:45Z</dcterms:modified>
</cp:coreProperties>
</file>