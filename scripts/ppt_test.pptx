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7559675" cy="1069181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59" d="100"/>
          <a:sy n="59" d="100"/>
        </p:scale>
        <p:origin x="2438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2BF787-C628-B6C1-6CDF-646C2243454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44960" y="1749795"/>
            <a:ext cx="5669756" cy="3722335"/>
          </a:xfrm>
        </p:spPr>
        <p:txBody>
          <a:bodyPr anchor="b"/>
          <a:lstStyle>
            <a:lvl1pPr algn="ctr">
              <a:defRPr sz="3721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30742BB-AC29-C8FD-29B8-2248FD96F5D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44960" y="5615678"/>
            <a:ext cx="5669756" cy="2581379"/>
          </a:xfrm>
        </p:spPr>
        <p:txBody>
          <a:bodyPr/>
          <a:lstStyle>
            <a:lvl1pPr marL="0" indent="0" algn="ctr">
              <a:buNone/>
              <a:defRPr sz="1488"/>
            </a:lvl1pPr>
            <a:lvl2pPr marL="283510" indent="0" algn="ctr">
              <a:buNone/>
              <a:defRPr sz="1240"/>
            </a:lvl2pPr>
            <a:lvl3pPr marL="567019" indent="0" algn="ctr">
              <a:buNone/>
              <a:defRPr sz="1116"/>
            </a:lvl3pPr>
            <a:lvl4pPr marL="850529" indent="0" algn="ctr">
              <a:buNone/>
              <a:defRPr sz="992"/>
            </a:lvl4pPr>
            <a:lvl5pPr marL="1134039" indent="0" algn="ctr">
              <a:buNone/>
              <a:defRPr sz="992"/>
            </a:lvl5pPr>
            <a:lvl6pPr marL="1417549" indent="0" algn="ctr">
              <a:buNone/>
              <a:defRPr sz="992"/>
            </a:lvl6pPr>
            <a:lvl7pPr marL="1701058" indent="0" algn="ctr">
              <a:buNone/>
              <a:defRPr sz="992"/>
            </a:lvl7pPr>
            <a:lvl8pPr marL="1984568" indent="0" algn="ctr">
              <a:buNone/>
              <a:defRPr sz="992"/>
            </a:lvl8pPr>
            <a:lvl9pPr marL="2268078" indent="0" algn="ctr">
              <a:buNone/>
              <a:defRPr sz="992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D06857-E2D5-3ABE-9CAE-6DFB8D2760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352669-020D-4133-B4BD-B454298A9687}" type="datetimeFigureOut">
              <a:rPr lang="en-IN" smtClean="0"/>
              <a:t>18-04-2026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F052CE-D891-F3B2-9B49-092324ABBB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D6CF5FF-A932-BFE7-8DFE-C15D07B546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1062AC-D52E-4178-8DD3-7CA3AEECFD1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227247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67CEB1-4BBF-19DE-8B0A-7414C207DA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D86A3C-DA4F-0F69-556C-62F66E00738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50E54E-6787-1187-DD4D-A8FACC6704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352669-020D-4133-B4BD-B454298A9687}" type="datetimeFigureOut">
              <a:rPr lang="en-IN" smtClean="0"/>
              <a:t>18-04-2026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F52E9F9-948E-2E15-8D51-A35C4174C9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47B3D9F-6408-0117-124B-D4EE0A10C2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1062AC-D52E-4178-8DD3-7CA3AEECFD1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857900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2D41C7-C1A9-F485-7D12-05C628283A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5790" y="2665532"/>
            <a:ext cx="6520220" cy="4447496"/>
          </a:xfrm>
        </p:spPr>
        <p:txBody>
          <a:bodyPr anchor="b"/>
          <a:lstStyle>
            <a:lvl1pPr>
              <a:defRPr sz="3721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08FF8C3-A70E-14B6-F8DF-A85BDC1B24F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15790" y="7155103"/>
            <a:ext cx="6520220" cy="2338833"/>
          </a:xfrm>
        </p:spPr>
        <p:txBody>
          <a:bodyPr/>
          <a:lstStyle>
            <a:lvl1pPr marL="0" indent="0">
              <a:buNone/>
              <a:defRPr sz="1488">
                <a:solidFill>
                  <a:schemeClr val="tx1">
                    <a:tint val="82000"/>
                  </a:schemeClr>
                </a:solidFill>
              </a:defRPr>
            </a:lvl1pPr>
            <a:lvl2pPr marL="283510" indent="0">
              <a:buNone/>
              <a:defRPr sz="1240">
                <a:solidFill>
                  <a:schemeClr val="tx1">
                    <a:tint val="82000"/>
                  </a:schemeClr>
                </a:solidFill>
              </a:defRPr>
            </a:lvl2pPr>
            <a:lvl3pPr marL="567019" indent="0">
              <a:buNone/>
              <a:defRPr sz="1116">
                <a:solidFill>
                  <a:schemeClr val="tx1">
                    <a:tint val="82000"/>
                  </a:schemeClr>
                </a:solidFill>
              </a:defRPr>
            </a:lvl3pPr>
            <a:lvl4pPr marL="850529" indent="0">
              <a:buNone/>
              <a:defRPr sz="992">
                <a:solidFill>
                  <a:schemeClr val="tx1">
                    <a:tint val="82000"/>
                  </a:schemeClr>
                </a:solidFill>
              </a:defRPr>
            </a:lvl4pPr>
            <a:lvl5pPr marL="1134039" indent="0">
              <a:buNone/>
              <a:defRPr sz="992">
                <a:solidFill>
                  <a:schemeClr val="tx1">
                    <a:tint val="82000"/>
                  </a:schemeClr>
                </a:solidFill>
              </a:defRPr>
            </a:lvl5pPr>
            <a:lvl6pPr marL="1417549" indent="0">
              <a:buNone/>
              <a:defRPr sz="992">
                <a:solidFill>
                  <a:schemeClr val="tx1">
                    <a:tint val="82000"/>
                  </a:schemeClr>
                </a:solidFill>
              </a:defRPr>
            </a:lvl6pPr>
            <a:lvl7pPr marL="1701058" indent="0">
              <a:buNone/>
              <a:defRPr sz="992">
                <a:solidFill>
                  <a:schemeClr val="tx1">
                    <a:tint val="82000"/>
                  </a:schemeClr>
                </a:solidFill>
              </a:defRPr>
            </a:lvl7pPr>
            <a:lvl8pPr marL="1984568" indent="0">
              <a:buNone/>
              <a:defRPr sz="992">
                <a:solidFill>
                  <a:schemeClr val="tx1">
                    <a:tint val="82000"/>
                  </a:schemeClr>
                </a:solidFill>
              </a:defRPr>
            </a:lvl8pPr>
            <a:lvl9pPr marL="2268078" indent="0">
              <a:buNone/>
              <a:defRPr sz="992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AE56AD1-57D4-A193-724B-9B4760BB63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352669-020D-4133-B4BD-B454298A9687}" type="datetimeFigureOut">
              <a:rPr lang="en-IN" smtClean="0"/>
              <a:t>18-04-2026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37CEB9D-F8D4-F9D0-5390-518A13C959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AD9269D-1CE2-B9BA-0BEB-E91D5D5ABB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1062AC-D52E-4178-8DD3-7CA3AEECFD1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2350524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04D846-C5D6-C92D-5870-6452977D25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6660A4-11B0-6B60-B265-9A7A4E3CA1F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19728" y="2846200"/>
            <a:ext cx="3212862" cy="67838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96C3B35-48FE-C5DE-C51D-7056977330C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3827085" y="2846200"/>
            <a:ext cx="3212862" cy="67838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C4D877B-9E9B-8259-21FF-B86DD2D2FF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352669-020D-4133-B4BD-B454298A9687}" type="datetimeFigureOut">
              <a:rPr lang="en-IN" smtClean="0"/>
              <a:t>18-04-2026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12D0810-42BD-D469-80AE-5AC3295115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9E210FC-9707-1FC3-DED7-4296BE458A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1062AC-D52E-4178-8DD3-7CA3AEECFD1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666374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4ABE8-1958-88EC-DA4A-6D002F1804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0712" y="569242"/>
            <a:ext cx="6520220" cy="206659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1E161DC-268B-C753-E50F-C17B8C8CE61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20713" y="2620980"/>
            <a:ext cx="3198097" cy="1284502"/>
          </a:xfrm>
        </p:spPr>
        <p:txBody>
          <a:bodyPr anchor="b"/>
          <a:lstStyle>
            <a:lvl1pPr marL="0" indent="0">
              <a:buNone/>
              <a:defRPr sz="1488" b="1"/>
            </a:lvl1pPr>
            <a:lvl2pPr marL="283510" indent="0">
              <a:buNone/>
              <a:defRPr sz="1240" b="1"/>
            </a:lvl2pPr>
            <a:lvl3pPr marL="567019" indent="0">
              <a:buNone/>
              <a:defRPr sz="1116" b="1"/>
            </a:lvl3pPr>
            <a:lvl4pPr marL="850529" indent="0">
              <a:buNone/>
              <a:defRPr sz="992" b="1"/>
            </a:lvl4pPr>
            <a:lvl5pPr marL="1134039" indent="0">
              <a:buNone/>
              <a:defRPr sz="992" b="1"/>
            </a:lvl5pPr>
            <a:lvl6pPr marL="1417549" indent="0">
              <a:buNone/>
              <a:defRPr sz="992" b="1"/>
            </a:lvl6pPr>
            <a:lvl7pPr marL="1701058" indent="0">
              <a:buNone/>
              <a:defRPr sz="992" b="1"/>
            </a:lvl7pPr>
            <a:lvl8pPr marL="1984568" indent="0">
              <a:buNone/>
              <a:defRPr sz="992" b="1"/>
            </a:lvl8pPr>
            <a:lvl9pPr marL="2268078" indent="0">
              <a:buNone/>
              <a:defRPr sz="992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DB72E9E-D870-3036-3921-D6CF825CD82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20713" y="3905482"/>
            <a:ext cx="3198097" cy="57443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81F3DFE-7DBA-D781-5122-A5E095E7242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3827086" y="2620980"/>
            <a:ext cx="3213847" cy="1284502"/>
          </a:xfrm>
        </p:spPr>
        <p:txBody>
          <a:bodyPr anchor="b"/>
          <a:lstStyle>
            <a:lvl1pPr marL="0" indent="0">
              <a:buNone/>
              <a:defRPr sz="1488" b="1"/>
            </a:lvl1pPr>
            <a:lvl2pPr marL="283510" indent="0">
              <a:buNone/>
              <a:defRPr sz="1240" b="1"/>
            </a:lvl2pPr>
            <a:lvl3pPr marL="567019" indent="0">
              <a:buNone/>
              <a:defRPr sz="1116" b="1"/>
            </a:lvl3pPr>
            <a:lvl4pPr marL="850529" indent="0">
              <a:buNone/>
              <a:defRPr sz="992" b="1"/>
            </a:lvl4pPr>
            <a:lvl5pPr marL="1134039" indent="0">
              <a:buNone/>
              <a:defRPr sz="992" b="1"/>
            </a:lvl5pPr>
            <a:lvl6pPr marL="1417549" indent="0">
              <a:buNone/>
              <a:defRPr sz="992" b="1"/>
            </a:lvl6pPr>
            <a:lvl7pPr marL="1701058" indent="0">
              <a:buNone/>
              <a:defRPr sz="992" b="1"/>
            </a:lvl7pPr>
            <a:lvl8pPr marL="1984568" indent="0">
              <a:buNone/>
              <a:defRPr sz="992" b="1"/>
            </a:lvl8pPr>
            <a:lvl9pPr marL="2268078" indent="0">
              <a:buNone/>
              <a:defRPr sz="992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FC2DEFA-82CC-D2C9-021A-1F5F0B84E26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3827086" y="3905482"/>
            <a:ext cx="3213847" cy="57443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5C2E55A-1D7D-D5AA-35DA-A05CCFA860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352669-020D-4133-B4BD-B454298A9687}" type="datetimeFigureOut">
              <a:rPr lang="en-IN" smtClean="0"/>
              <a:t>18-04-2026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6BBB26F-308F-A2E2-8218-831C7ECF16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886D5F8-45B9-4A63-7BAA-CA290842CB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1062AC-D52E-4178-8DD3-7CA3AEECFD1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2477422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0BC3E7-B83F-E71E-B76C-FD257D689F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EB0ABC7-19A0-476F-C3B7-9274CFD107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352669-020D-4133-B4BD-B454298A9687}" type="datetimeFigureOut">
              <a:rPr lang="en-IN" smtClean="0"/>
              <a:t>18-04-2026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FE88998-6C1E-F622-923B-EC95B9E08A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DBB9548-3AEF-88BE-5A64-63EECAA17A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1062AC-D52E-4178-8DD3-7CA3AEECFD1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705378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329A42C-C07E-B2D6-25EA-1243F099D1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352669-020D-4133-B4BD-B454298A9687}" type="datetimeFigureOut">
              <a:rPr lang="en-IN" smtClean="0"/>
              <a:t>18-04-2026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A1C38E1-06C8-19C6-9986-C78615845D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6DB8905-9545-3472-88E6-4A525F9109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1062AC-D52E-4178-8DD3-7CA3AEECFD1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405988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27DA5B-1E9B-303F-AAA4-6557373FB2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0712" y="712788"/>
            <a:ext cx="2438192" cy="2494756"/>
          </a:xfrm>
        </p:spPr>
        <p:txBody>
          <a:bodyPr anchor="b"/>
          <a:lstStyle>
            <a:lvl1pPr>
              <a:defRPr sz="1984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616D29-6D80-5E33-9221-F41611DB68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13848" y="1539425"/>
            <a:ext cx="3827085" cy="7598117"/>
          </a:xfrm>
        </p:spPr>
        <p:txBody>
          <a:bodyPr/>
          <a:lstStyle>
            <a:lvl1pPr>
              <a:defRPr sz="1984"/>
            </a:lvl1pPr>
            <a:lvl2pPr>
              <a:defRPr sz="1736"/>
            </a:lvl2pPr>
            <a:lvl3pPr>
              <a:defRPr sz="1488"/>
            </a:lvl3pPr>
            <a:lvl4pPr>
              <a:defRPr sz="1240"/>
            </a:lvl4pPr>
            <a:lvl5pPr>
              <a:defRPr sz="1240"/>
            </a:lvl5pPr>
            <a:lvl6pPr>
              <a:defRPr sz="1240"/>
            </a:lvl6pPr>
            <a:lvl7pPr>
              <a:defRPr sz="1240"/>
            </a:lvl7pPr>
            <a:lvl8pPr>
              <a:defRPr sz="1240"/>
            </a:lvl8pPr>
            <a:lvl9pPr>
              <a:defRPr sz="124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8D8C52A-1FA1-1585-638F-39BD483B3DA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20712" y="3207544"/>
            <a:ext cx="2438192" cy="5942372"/>
          </a:xfrm>
        </p:spPr>
        <p:txBody>
          <a:bodyPr/>
          <a:lstStyle>
            <a:lvl1pPr marL="0" indent="0">
              <a:buNone/>
              <a:defRPr sz="992"/>
            </a:lvl1pPr>
            <a:lvl2pPr marL="283510" indent="0">
              <a:buNone/>
              <a:defRPr sz="868"/>
            </a:lvl2pPr>
            <a:lvl3pPr marL="567019" indent="0">
              <a:buNone/>
              <a:defRPr sz="744"/>
            </a:lvl3pPr>
            <a:lvl4pPr marL="850529" indent="0">
              <a:buNone/>
              <a:defRPr sz="620"/>
            </a:lvl4pPr>
            <a:lvl5pPr marL="1134039" indent="0">
              <a:buNone/>
              <a:defRPr sz="620"/>
            </a:lvl5pPr>
            <a:lvl6pPr marL="1417549" indent="0">
              <a:buNone/>
              <a:defRPr sz="620"/>
            </a:lvl6pPr>
            <a:lvl7pPr marL="1701058" indent="0">
              <a:buNone/>
              <a:defRPr sz="620"/>
            </a:lvl7pPr>
            <a:lvl8pPr marL="1984568" indent="0">
              <a:buNone/>
              <a:defRPr sz="620"/>
            </a:lvl8pPr>
            <a:lvl9pPr marL="2268078" indent="0">
              <a:buNone/>
              <a:defRPr sz="62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601E10E-BFA8-E7E6-C7DA-09A7F5F646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352669-020D-4133-B4BD-B454298A9687}" type="datetimeFigureOut">
              <a:rPr lang="en-IN" smtClean="0"/>
              <a:t>18-04-2026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2AE128B-99F8-80F5-7FE1-6FE75FBCFE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C59A6CE-5EB2-CE84-14A7-CDEA590ADB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1062AC-D52E-4178-8DD3-7CA3AEECFD1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150424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B48628-E06A-6B4C-30BD-B626A2E1FA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0712" y="712788"/>
            <a:ext cx="2438192" cy="2494756"/>
          </a:xfrm>
        </p:spPr>
        <p:txBody>
          <a:bodyPr anchor="b"/>
          <a:lstStyle>
            <a:lvl1pPr>
              <a:defRPr sz="1984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4D0679E-AE69-C7D7-3D03-2E7D5BC55C6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213848" y="1539425"/>
            <a:ext cx="3827085" cy="7598117"/>
          </a:xfrm>
        </p:spPr>
        <p:txBody>
          <a:bodyPr/>
          <a:lstStyle>
            <a:lvl1pPr marL="0" indent="0">
              <a:buNone/>
              <a:defRPr sz="1984"/>
            </a:lvl1pPr>
            <a:lvl2pPr marL="283510" indent="0">
              <a:buNone/>
              <a:defRPr sz="1736"/>
            </a:lvl2pPr>
            <a:lvl3pPr marL="567019" indent="0">
              <a:buNone/>
              <a:defRPr sz="1488"/>
            </a:lvl3pPr>
            <a:lvl4pPr marL="850529" indent="0">
              <a:buNone/>
              <a:defRPr sz="1240"/>
            </a:lvl4pPr>
            <a:lvl5pPr marL="1134039" indent="0">
              <a:buNone/>
              <a:defRPr sz="1240"/>
            </a:lvl5pPr>
            <a:lvl6pPr marL="1417549" indent="0">
              <a:buNone/>
              <a:defRPr sz="1240"/>
            </a:lvl6pPr>
            <a:lvl7pPr marL="1701058" indent="0">
              <a:buNone/>
              <a:defRPr sz="1240"/>
            </a:lvl7pPr>
            <a:lvl8pPr marL="1984568" indent="0">
              <a:buNone/>
              <a:defRPr sz="1240"/>
            </a:lvl8pPr>
            <a:lvl9pPr marL="2268078" indent="0">
              <a:buNone/>
              <a:defRPr sz="124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ABC6017-9403-2421-5DE7-58081EEE636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20712" y="3207544"/>
            <a:ext cx="2438192" cy="5942372"/>
          </a:xfrm>
        </p:spPr>
        <p:txBody>
          <a:bodyPr/>
          <a:lstStyle>
            <a:lvl1pPr marL="0" indent="0">
              <a:buNone/>
              <a:defRPr sz="992"/>
            </a:lvl1pPr>
            <a:lvl2pPr marL="283510" indent="0">
              <a:buNone/>
              <a:defRPr sz="868"/>
            </a:lvl2pPr>
            <a:lvl3pPr marL="567019" indent="0">
              <a:buNone/>
              <a:defRPr sz="744"/>
            </a:lvl3pPr>
            <a:lvl4pPr marL="850529" indent="0">
              <a:buNone/>
              <a:defRPr sz="620"/>
            </a:lvl4pPr>
            <a:lvl5pPr marL="1134039" indent="0">
              <a:buNone/>
              <a:defRPr sz="620"/>
            </a:lvl5pPr>
            <a:lvl6pPr marL="1417549" indent="0">
              <a:buNone/>
              <a:defRPr sz="620"/>
            </a:lvl6pPr>
            <a:lvl7pPr marL="1701058" indent="0">
              <a:buNone/>
              <a:defRPr sz="620"/>
            </a:lvl7pPr>
            <a:lvl8pPr marL="1984568" indent="0">
              <a:buNone/>
              <a:defRPr sz="620"/>
            </a:lvl8pPr>
            <a:lvl9pPr marL="2268078" indent="0">
              <a:buNone/>
              <a:defRPr sz="62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21EEC39-C38F-8EB0-2E6D-CE355738A1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352669-020D-4133-B4BD-B454298A9687}" type="datetimeFigureOut">
              <a:rPr lang="en-IN" smtClean="0"/>
              <a:t>18-04-2026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7553FB3-29D1-91FD-9F0F-6F99E5050D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E3F4DB3-22D9-3E8A-776B-155D0D1B51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1062AC-D52E-4178-8DD3-7CA3AEECFD1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8910242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213BF5-E655-AAA9-F89D-D4665EB140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2D5C62C-97FB-C448-DB26-756D008080E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4CCAF5D-3E86-FA86-C00D-5E90091D25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352669-020D-4133-B4BD-B454298A9687}" type="datetimeFigureOut">
              <a:rPr lang="en-IN" smtClean="0"/>
              <a:t>18-04-2026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DD5CF7B-445B-5304-A736-FFAA6E2CF7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BFDD759-C692-2ABE-E1EA-C142461849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1062AC-D52E-4178-8DD3-7CA3AEECFD1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9250269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DD101BC-A9E5-0D3A-E9BD-5DD067FE050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5409893" y="569240"/>
            <a:ext cx="1630055" cy="9060817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3A55EE0-DD7B-FDF1-0287-8D8DDC61775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519729" y="569240"/>
            <a:ext cx="4795669" cy="906081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210D095-15F6-A86D-504F-7E92369989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352669-020D-4133-B4BD-B454298A9687}" type="datetimeFigureOut">
              <a:rPr lang="en-IN" smtClean="0"/>
              <a:t>18-04-2026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D2B679-F1C0-FA33-F582-AD49F7EB60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23759A0-F318-F308-1BD1-5FAEFA7837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1062AC-D52E-4178-8DD3-7CA3AEECFD1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106492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A3818EE-8043-1A67-1300-2EA0E072D3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9728" y="569242"/>
            <a:ext cx="6520220" cy="206659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90870BD-E706-6967-1BF8-D61BA101C2D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19728" y="2846200"/>
            <a:ext cx="6520220" cy="678385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8C49A9D-DD21-0DFC-97F1-BE1FF69D262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19729" y="9909729"/>
            <a:ext cx="1700927" cy="5692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44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9352669-020D-4133-B4BD-B454298A9687}" type="datetimeFigureOut">
              <a:rPr lang="en-IN" smtClean="0"/>
              <a:t>18-04-2026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B51D689-EDDD-620A-9FF0-297D1098C87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504143" y="9909729"/>
            <a:ext cx="2551390" cy="5692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44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AB2496B-1CFA-E0D6-1881-195FBA305CD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5339021" y="9909729"/>
            <a:ext cx="1700927" cy="5692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44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01062AC-D52E-4178-8DD3-7CA3AEECFD1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448892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567019" rtl="0" eaLnBrk="1" latinLnBrk="0" hangingPunct="1">
        <a:lnSpc>
          <a:spcPct val="90000"/>
        </a:lnSpc>
        <a:spcBef>
          <a:spcPct val="0"/>
        </a:spcBef>
        <a:buNone/>
        <a:defRPr sz="2728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41755" indent="-141755" algn="l" defTabSz="567019" rtl="0" eaLnBrk="1" latinLnBrk="0" hangingPunct="1">
        <a:lnSpc>
          <a:spcPct val="90000"/>
        </a:lnSpc>
        <a:spcBef>
          <a:spcPts val="620"/>
        </a:spcBef>
        <a:buFont typeface="Arial" panose="020B0604020202020204" pitchFamily="34" charset="0"/>
        <a:buChar char="•"/>
        <a:defRPr sz="1736" kern="1200">
          <a:solidFill>
            <a:schemeClr val="tx1"/>
          </a:solidFill>
          <a:latin typeface="+mn-lt"/>
          <a:ea typeface="+mn-ea"/>
          <a:cs typeface="+mn-cs"/>
        </a:defRPr>
      </a:lvl1pPr>
      <a:lvl2pPr marL="425265" indent="-141755" algn="l" defTabSz="567019" rtl="0" eaLnBrk="1" latinLnBrk="0" hangingPunct="1">
        <a:lnSpc>
          <a:spcPct val="90000"/>
        </a:lnSpc>
        <a:spcBef>
          <a:spcPts val="310"/>
        </a:spcBef>
        <a:buFont typeface="Arial" panose="020B0604020202020204" pitchFamily="34" charset="0"/>
        <a:buChar char="•"/>
        <a:defRPr sz="1488" kern="1200">
          <a:solidFill>
            <a:schemeClr val="tx1"/>
          </a:solidFill>
          <a:latin typeface="+mn-lt"/>
          <a:ea typeface="+mn-ea"/>
          <a:cs typeface="+mn-cs"/>
        </a:defRPr>
      </a:lvl2pPr>
      <a:lvl3pPr marL="708774" indent="-141755" algn="l" defTabSz="567019" rtl="0" eaLnBrk="1" latinLnBrk="0" hangingPunct="1">
        <a:lnSpc>
          <a:spcPct val="90000"/>
        </a:lnSpc>
        <a:spcBef>
          <a:spcPts val="310"/>
        </a:spcBef>
        <a:buFont typeface="Arial" panose="020B0604020202020204" pitchFamily="34" charset="0"/>
        <a:buChar char="•"/>
        <a:defRPr sz="1240" kern="1200">
          <a:solidFill>
            <a:schemeClr val="tx1"/>
          </a:solidFill>
          <a:latin typeface="+mn-lt"/>
          <a:ea typeface="+mn-ea"/>
          <a:cs typeface="+mn-cs"/>
        </a:defRPr>
      </a:lvl3pPr>
      <a:lvl4pPr marL="992284" indent="-141755" algn="l" defTabSz="567019" rtl="0" eaLnBrk="1" latinLnBrk="0" hangingPunct="1">
        <a:lnSpc>
          <a:spcPct val="90000"/>
        </a:lnSpc>
        <a:spcBef>
          <a:spcPts val="310"/>
        </a:spcBef>
        <a:buFont typeface="Arial" panose="020B0604020202020204" pitchFamily="34" charset="0"/>
        <a:buChar char="•"/>
        <a:defRPr sz="1116" kern="1200">
          <a:solidFill>
            <a:schemeClr val="tx1"/>
          </a:solidFill>
          <a:latin typeface="+mn-lt"/>
          <a:ea typeface="+mn-ea"/>
          <a:cs typeface="+mn-cs"/>
        </a:defRPr>
      </a:lvl4pPr>
      <a:lvl5pPr marL="1275794" indent="-141755" algn="l" defTabSz="567019" rtl="0" eaLnBrk="1" latinLnBrk="0" hangingPunct="1">
        <a:lnSpc>
          <a:spcPct val="90000"/>
        </a:lnSpc>
        <a:spcBef>
          <a:spcPts val="310"/>
        </a:spcBef>
        <a:buFont typeface="Arial" panose="020B0604020202020204" pitchFamily="34" charset="0"/>
        <a:buChar char="•"/>
        <a:defRPr sz="1116" kern="1200">
          <a:solidFill>
            <a:schemeClr val="tx1"/>
          </a:solidFill>
          <a:latin typeface="+mn-lt"/>
          <a:ea typeface="+mn-ea"/>
          <a:cs typeface="+mn-cs"/>
        </a:defRPr>
      </a:lvl5pPr>
      <a:lvl6pPr marL="1559303" indent="-141755" algn="l" defTabSz="567019" rtl="0" eaLnBrk="1" latinLnBrk="0" hangingPunct="1">
        <a:lnSpc>
          <a:spcPct val="90000"/>
        </a:lnSpc>
        <a:spcBef>
          <a:spcPts val="310"/>
        </a:spcBef>
        <a:buFont typeface="Arial" panose="020B0604020202020204" pitchFamily="34" charset="0"/>
        <a:buChar char="•"/>
        <a:defRPr sz="1116" kern="1200">
          <a:solidFill>
            <a:schemeClr val="tx1"/>
          </a:solidFill>
          <a:latin typeface="+mn-lt"/>
          <a:ea typeface="+mn-ea"/>
          <a:cs typeface="+mn-cs"/>
        </a:defRPr>
      </a:lvl6pPr>
      <a:lvl7pPr marL="1842813" indent="-141755" algn="l" defTabSz="567019" rtl="0" eaLnBrk="1" latinLnBrk="0" hangingPunct="1">
        <a:lnSpc>
          <a:spcPct val="90000"/>
        </a:lnSpc>
        <a:spcBef>
          <a:spcPts val="310"/>
        </a:spcBef>
        <a:buFont typeface="Arial" panose="020B0604020202020204" pitchFamily="34" charset="0"/>
        <a:buChar char="•"/>
        <a:defRPr sz="1116" kern="1200">
          <a:solidFill>
            <a:schemeClr val="tx1"/>
          </a:solidFill>
          <a:latin typeface="+mn-lt"/>
          <a:ea typeface="+mn-ea"/>
          <a:cs typeface="+mn-cs"/>
        </a:defRPr>
      </a:lvl7pPr>
      <a:lvl8pPr marL="2126323" indent="-141755" algn="l" defTabSz="567019" rtl="0" eaLnBrk="1" latinLnBrk="0" hangingPunct="1">
        <a:lnSpc>
          <a:spcPct val="90000"/>
        </a:lnSpc>
        <a:spcBef>
          <a:spcPts val="310"/>
        </a:spcBef>
        <a:buFont typeface="Arial" panose="020B0604020202020204" pitchFamily="34" charset="0"/>
        <a:buChar char="•"/>
        <a:defRPr sz="1116" kern="1200">
          <a:solidFill>
            <a:schemeClr val="tx1"/>
          </a:solidFill>
          <a:latin typeface="+mn-lt"/>
          <a:ea typeface="+mn-ea"/>
          <a:cs typeface="+mn-cs"/>
        </a:defRPr>
      </a:lvl8pPr>
      <a:lvl9pPr marL="2409833" indent="-141755" algn="l" defTabSz="567019" rtl="0" eaLnBrk="1" latinLnBrk="0" hangingPunct="1">
        <a:lnSpc>
          <a:spcPct val="90000"/>
        </a:lnSpc>
        <a:spcBef>
          <a:spcPts val="310"/>
        </a:spcBef>
        <a:buFont typeface="Arial" panose="020B0604020202020204" pitchFamily="34" charset="0"/>
        <a:buChar char="•"/>
        <a:defRPr sz="1116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567019" rtl="0" eaLnBrk="1" latinLnBrk="0" hangingPunct="1">
        <a:defRPr sz="1116" kern="1200">
          <a:solidFill>
            <a:schemeClr val="tx1"/>
          </a:solidFill>
          <a:latin typeface="+mn-lt"/>
          <a:ea typeface="+mn-ea"/>
          <a:cs typeface="+mn-cs"/>
        </a:defRPr>
      </a:lvl1pPr>
      <a:lvl2pPr marL="283510" algn="l" defTabSz="567019" rtl="0" eaLnBrk="1" latinLnBrk="0" hangingPunct="1">
        <a:defRPr sz="1116" kern="1200">
          <a:solidFill>
            <a:schemeClr val="tx1"/>
          </a:solidFill>
          <a:latin typeface="+mn-lt"/>
          <a:ea typeface="+mn-ea"/>
          <a:cs typeface="+mn-cs"/>
        </a:defRPr>
      </a:lvl2pPr>
      <a:lvl3pPr marL="567019" algn="l" defTabSz="567019" rtl="0" eaLnBrk="1" latinLnBrk="0" hangingPunct="1">
        <a:defRPr sz="1116" kern="1200">
          <a:solidFill>
            <a:schemeClr val="tx1"/>
          </a:solidFill>
          <a:latin typeface="+mn-lt"/>
          <a:ea typeface="+mn-ea"/>
          <a:cs typeface="+mn-cs"/>
        </a:defRPr>
      </a:lvl3pPr>
      <a:lvl4pPr marL="850529" algn="l" defTabSz="567019" rtl="0" eaLnBrk="1" latinLnBrk="0" hangingPunct="1">
        <a:defRPr sz="1116" kern="1200">
          <a:solidFill>
            <a:schemeClr val="tx1"/>
          </a:solidFill>
          <a:latin typeface="+mn-lt"/>
          <a:ea typeface="+mn-ea"/>
          <a:cs typeface="+mn-cs"/>
        </a:defRPr>
      </a:lvl4pPr>
      <a:lvl5pPr marL="1134039" algn="l" defTabSz="567019" rtl="0" eaLnBrk="1" latinLnBrk="0" hangingPunct="1">
        <a:defRPr sz="1116" kern="1200">
          <a:solidFill>
            <a:schemeClr val="tx1"/>
          </a:solidFill>
          <a:latin typeface="+mn-lt"/>
          <a:ea typeface="+mn-ea"/>
          <a:cs typeface="+mn-cs"/>
        </a:defRPr>
      </a:lvl5pPr>
      <a:lvl6pPr marL="1417549" algn="l" defTabSz="567019" rtl="0" eaLnBrk="1" latinLnBrk="0" hangingPunct="1">
        <a:defRPr sz="1116" kern="1200">
          <a:solidFill>
            <a:schemeClr val="tx1"/>
          </a:solidFill>
          <a:latin typeface="+mn-lt"/>
          <a:ea typeface="+mn-ea"/>
          <a:cs typeface="+mn-cs"/>
        </a:defRPr>
      </a:lvl6pPr>
      <a:lvl7pPr marL="1701058" algn="l" defTabSz="567019" rtl="0" eaLnBrk="1" latinLnBrk="0" hangingPunct="1">
        <a:defRPr sz="1116" kern="1200">
          <a:solidFill>
            <a:schemeClr val="tx1"/>
          </a:solidFill>
          <a:latin typeface="+mn-lt"/>
          <a:ea typeface="+mn-ea"/>
          <a:cs typeface="+mn-cs"/>
        </a:defRPr>
      </a:lvl7pPr>
      <a:lvl8pPr marL="1984568" algn="l" defTabSz="567019" rtl="0" eaLnBrk="1" latinLnBrk="0" hangingPunct="1">
        <a:defRPr sz="1116" kern="1200">
          <a:solidFill>
            <a:schemeClr val="tx1"/>
          </a:solidFill>
          <a:latin typeface="+mn-lt"/>
          <a:ea typeface="+mn-ea"/>
          <a:cs typeface="+mn-cs"/>
        </a:defRPr>
      </a:lvl8pPr>
      <a:lvl9pPr marL="2268078" algn="l" defTabSz="567019" rtl="0" eaLnBrk="1" latinLnBrk="0" hangingPunct="1">
        <a:defRPr sz="1116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B6A8CD4-FB59-611E-1EF2-C64D2C724CFE}"/>
              </a:ext>
            </a:extLst>
          </p:cNvPr>
          <p:cNvSpPr txBox="1"/>
          <p:nvPr/>
        </p:nvSpPr>
        <p:spPr>
          <a:xfrm>
            <a:off x="635000" y="635000"/>
            <a:ext cx="6350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IN" sz="1600">
                <a:latin typeface="Times New Roman" panose="02020603050405020304" pitchFamily="18" charset="0"/>
              </a:rPr>
              <a:t>Test Slide</a:t>
            </a:r>
          </a:p>
        </p:txBody>
      </p:sp>
    </p:spTree>
    <p:extLst>
      <p:ext uri="{BB962C8B-B14F-4D97-AF65-F5344CB8AC3E}">
        <p14:creationId xmlns:p14="http://schemas.microsoft.com/office/powerpoint/2010/main" val="73891870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</Words>
  <Application>Microsoft Office PowerPoint</Application>
  <PresentationFormat>Custom</PresentationFormat>
  <Paragraphs>1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Arial</vt:lpstr>
      <vt:lpstr>Times New Roman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Shreyansh Verma</dc:creator>
  <cp:lastModifiedBy>Shreyansh Verma</cp:lastModifiedBy>
  <cp:revision>1</cp:revision>
  <dcterms:created xsi:type="dcterms:W3CDTF">2026-04-17T19:01:29Z</dcterms:created>
  <dcterms:modified xsi:type="dcterms:W3CDTF">2026-04-17T19:01:29Z</dcterms:modified>
</cp:coreProperties>
</file>